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17"/>
  </p:notesMasterIdLst>
  <p:sldIdLst>
    <p:sldId id="256" r:id="rId2"/>
    <p:sldId id="257" r:id="rId3"/>
    <p:sldId id="260" r:id="rId4"/>
    <p:sldId id="261" r:id="rId5"/>
    <p:sldId id="274" r:id="rId6"/>
    <p:sldId id="275" r:id="rId7"/>
    <p:sldId id="268" r:id="rId8"/>
    <p:sldId id="269" r:id="rId9"/>
    <p:sldId id="270" r:id="rId10"/>
    <p:sldId id="271" r:id="rId11"/>
    <p:sldId id="276" r:id="rId12"/>
    <p:sldId id="272" r:id="rId13"/>
    <p:sldId id="273" r:id="rId14"/>
    <p:sldId id="277" r:id="rId15"/>
    <p:sldId id="267" r:id="rId16"/>
  </p:sldIdLst>
  <p:sldSz cx="9144000" cy="5143500" type="screen16x9"/>
  <p:notesSz cx="6858000" cy="9144000"/>
  <p:embeddedFontLst>
    <p:embeddedFont>
      <p:font typeface="Barlow" panose="00000500000000000000" pitchFamily="2" charset="0"/>
      <p:regular r:id="rId18"/>
      <p:bold r:id="rId19"/>
      <p:italic r:id="rId20"/>
      <p:boldItalic r:id="rId21"/>
    </p:embeddedFont>
    <p:embeddedFont>
      <p:font typeface="Nunito Light" pitchFamily="2" charset="0"/>
      <p:regular r:id="rId22"/>
      <p:italic r:id="rId23"/>
    </p:embeddedFont>
    <p:embeddedFont>
      <p:font typeface="Poppins" panose="00000500000000000000" pitchFamily="2" charset="0"/>
      <p:regular r:id="rId24"/>
      <p:bold r:id="rId25"/>
      <p:italic r:id="rId26"/>
      <p:boldItalic r:id="rId27"/>
    </p:embeddedFont>
    <p:embeddedFont>
      <p:font typeface="Poppins Black" panose="00000A00000000000000" pitchFamily="2" charset="0"/>
      <p:bold r:id="rId28"/>
      <p:boldItalic r:id="rId29"/>
    </p:embeddedFont>
    <p:embeddedFont>
      <p:font typeface="Poppins ExtraBold" panose="00000900000000000000" pitchFamily="2" charset="0"/>
      <p:bold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2CE58A5-9BC6-4E53-A9DA-EE6B6539BB91}">
  <a:tblStyle styleId="{92CE58A5-9BC6-4E53-A9DA-EE6B6539BB9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CC4629A-0290-4D52-9FD2-F348AC0D8718}"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946" y="72"/>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6" name="Google Shape;75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4" name="Google Shape;794;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2" name="Google Shape;91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646020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2696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2" name="Google Shape;91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97081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29466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2" name="Google Shape;91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74692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76456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197877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2" name="Google Shape;91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09700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56497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141183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4"/>
        <p:cNvGrpSpPr/>
        <p:nvPr/>
      </p:nvGrpSpPr>
      <p:grpSpPr>
        <a:xfrm>
          <a:off x="0" y="0"/>
          <a:ext cx="0" cy="0"/>
          <a:chOff x="0" y="0"/>
          <a:chExt cx="0" cy="0"/>
        </a:xfrm>
      </p:grpSpPr>
      <p:sp>
        <p:nvSpPr>
          <p:cNvPr id="1095" name="Google Shape;1095;g54dda1946d_6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6" name="Google Shape;1096;g54dda1946d_6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6782" y="-1232671"/>
            <a:ext cx="9807905" cy="7974474"/>
            <a:chOff x="-6782" y="-1232671"/>
            <a:chExt cx="9807905" cy="7974474"/>
          </a:xfrm>
        </p:grpSpPr>
        <p:sp>
          <p:nvSpPr>
            <p:cNvPr id="10" name="Google Shape;10;p2"/>
            <p:cNvSpPr/>
            <p:nvPr/>
          </p:nvSpPr>
          <p:spPr>
            <a:xfrm rot="-5400000">
              <a:off x="7120124" y="4060803"/>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1" y="4104678"/>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6782" y="-1232671"/>
              <a:ext cx="9150782" cy="1911396"/>
            </a:xfrm>
            <a:custGeom>
              <a:avLst/>
              <a:gdLst/>
              <a:ahLst/>
              <a:cxnLst/>
              <a:rect l="l" t="t" r="r" b="b"/>
              <a:pathLst>
                <a:path w="130200" h="26774" extrusionOk="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3;p2"/>
          <p:cNvGrpSpPr/>
          <p:nvPr/>
        </p:nvGrpSpPr>
        <p:grpSpPr>
          <a:xfrm>
            <a:off x="-885529" y="302485"/>
            <a:ext cx="10998540" cy="4878740"/>
            <a:chOff x="-885529" y="302485"/>
            <a:chExt cx="10998540" cy="4878740"/>
          </a:xfrm>
        </p:grpSpPr>
        <p:sp>
          <p:nvSpPr>
            <p:cNvPr id="14" name="Google Shape;14;p2"/>
            <p:cNvSpPr/>
            <p:nvPr/>
          </p:nvSpPr>
          <p:spPr>
            <a:xfrm>
              <a:off x="2581296" y="4914218"/>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7266974" y="4937849"/>
              <a:ext cx="1205478" cy="219752"/>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293550" y="4455724"/>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10800000" flipH="1">
              <a:off x="8291042" y="569492"/>
              <a:ext cx="1821969" cy="184293"/>
            </a:xfrm>
            <a:custGeom>
              <a:avLst/>
              <a:gdLst/>
              <a:ahLst/>
              <a:cxnLst/>
              <a:rect l="l" t="t" r="r" b="b"/>
              <a:pathLst>
                <a:path w="28680" h="2901" extrusionOk="0">
                  <a:moveTo>
                    <a:pt x="28679" y="1"/>
                  </a:moveTo>
                  <a:lnTo>
                    <a:pt x="2737" y="162"/>
                  </a:lnTo>
                  <a:lnTo>
                    <a:pt x="1" y="2900"/>
                  </a:lnTo>
                  <a:lnTo>
                    <a:pt x="28679" y="2751"/>
                  </a:lnTo>
                  <a:lnTo>
                    <a:pt x="286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flipH="1">
              <a:off x="-885529" y="302485"/>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 name="Google Shape;19;p2"/>
          <p:cNvGrpSpPr/>
          <p:nvPr/>
        </p:nvGrpSpPr>
        <p:grpSpPr>
          <a:xfrm>
            <a:off x="-689412" y="-2417039"/>
            <a:ext cx="11168660" cy="9105554"/>
            <a:chOff x="-689412" y="-2417039"/>
            <a:chExt cx="11168660" cy="9105554"/>
          </a:xfrm>
        </p:grpSpPr>
        <p:grpSp>
          <p:nvGrpSpPr>
            <p:cNvPr id="20" name="Google Shape;20;p2"/>
            <p:cNvGrpSpPr/>
            <p:nvPr/>
          </p:nvGrpSpPr>
          <p:grpSpPr>
            <a:xfrm>
              <a:off x="6699625" y="4455725"/>
              <a:ext cx="3779622" cy="1782883"/>
              <a:chOff x="5782225" y="4455725"/>
              <a:chExt cx="3779622" cy="1782883"/>
            </a:xfrm>
          </p:grpSpPr>
          <p:sp>
            <p:nvSpPr>
              <p:cNvPr id="21" name="Google Shape;21;p2"/>
              <p:cNvSpPr/>
              <p:nvPr/>
            </p:nvSpPr>
            <p:spPr>
              <a:xfrm>
                <a:off x="6756575" y="4455725"/>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5782225" y="4701200"/>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48925" y="4604000"/>
              <a:ext cx="5424616" cy="2084515"/>
              <a:chOff x="0" y="4604000"/>
              <a:chExt cx="5424616" cy="2084515"/>
            </a:xfrm>
          </p:grpSpPr>
          <p:sp>
            <p:nvSpPr>
              <p:cNvPr id="24" name="Google Shape;24;p2"/>
              <p:cNvSpPr/>
              <p:nvPr/>
            </p:nvSpPr>
            <p:spPr>
              <a:xfrm>
                <a:off x="0" y="4604000"/>
                <a:ext cx="4495016" cy="2084515"/>
              </a:xfrm>
              <a:custGeom>
                <a:avLst/>
                <a:gdLst/>
                <a:ahLst/>
                <a:cxnLst/>
                <a:rect l="l" t="t" r="r" b="b"/>
                <a:pathLst>
                  <a:path w="101749" h="47185" extrusionOk="0">
                    <a:moveTo>
                      <a:pt x="0" y="1"/>
                    </a:moveTo>
                    <a:lnTo>
                      <a:pt x="0" y="47185"/>
                    </a:lnTo>
                    <a:lnTo>
                      <a:pt x="101748" y="47185"/>
                    </a:lnTo>
                    <a:lnTo>
                      <a:pt x="101748" y="31097"/>
                    </a:lnTo>
                    <a:lnTo>
                      <a:pt x="96897" y="31097"/>
                    </a:lnTo>
                    <a:lnTo>
                      <a:pt x="76166" y="10366"/>
                    </a:lnTo>
                    <a:lnTo>
                      <a:pt x="55269" y="10366"/>
                    </a:lnTo>
                    <a:lnTo>
                      <a:pt x="449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929600" y="4604000"/>
                <a:ext cx="4495016" cy="2084515"/>
              </a:xfrm>
              <a:custGeom>
                <a:avLst/>
                <a:gdLst/>
                <a:ahLst/>
                <a:cxnLst/>
                <a:rect l="l" t="t" r="r" b="b"/>
                <a:pathLst>
                  <a:path w="101749" h="47185" extrusionOk="0">
                    <a:moveTo>
                      <a:pt x="0" y="1"/>
                    </a:moveTo>
                    <a:lnTo>
                      <a:pt x="0" y="47185"/>
                    </a:lnTo>
                    <a:lnTo>
                      <a:pt x="101748" y="47185"/>
                    </a:lnTo>
                    <a:lnTo>
                      <a:pt x="101748" y="31097"/>
                    </a:lnTo>
                    <a:lnTo>
                      <a:pt x="96897" y="31097"/>
                    </a:lnTo>
                    <a:lnTo>
                      <a:pt x="76166" y="10366"/>
                    </a:lnTo>
                    <a:lnTo>
                      <a:pt x="55269" y="10366"/>
                    </a:lnTo>
                    <a:lnTo>
                      <a:pt x="449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2"/>
            <p:cNvSpPr/>
            <p:nvPr/>
          </p:nvSpPr>
          <p:spPr>
            <a:xfrm rot="10800000">
              <a:off x="-689412" y="-1173475"/>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rot="10800000">
              <a:off x="4880516" y="-2417039"/>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2"/>
          <p:cNvSpPr txBox="1">
            <a:spLocks noGrp="1"/>
          </p:cNvSpPr>
          <p:nvPr>
            <p:ph type="ctrTitle"/>
          </p:nvPr>
        </p:nvSpPr>
        <p:spPr>
          <a:xfrm>
            <a:off x="1394250" y="1432275"/>
            <a:ext cx="6355500" cy="1610100"/>
          </a:xfrm>
          <a:prstGeom prst="rect">
            <a:avLst/>
          </a:prstGeom>
          <a:noFill/>
        </p:spPr>
        <p:txBody>
          <a:bodyPr spcFirstLastPara="1" wrap="square" lIns="91425" tIns="91425" rIns="91425" bIns="91425" anchor="b" anchorCtr="0">
            <a:noAutofit/>
          </a:bodyPr>
          <a:lstStyle>
            <a:lvl1pPr lvl="0" algn="ctr">
              <a:spcBef>
                <a:spcPts val="0"/>
              </a:spcBef>
              <a:spcAft>
                <a:spcPts val="0"/>
              </a:spcAft>
              <a:buSzPts val="4300"/>
              <a:buNone/>
              <a:defRPr sz="43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29" name="Google Shape;29;p2"/>
          <p:cNvSpPr txBox="1">
            <a:spLocks noGrp="1"/>
          </p:cNvSpPr>
          <p:nvPr>
            <p:ph type="subTitle" idx="1"/>
          </p:nvPr>
        </p:nvSpPr>
        <p:spPr>
          <a:xfrm>
            <a:off x="1394250" y="3058425"/>
            <a:ext cx="6355500" cy="3873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3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grpSp>
        <p:nvGrpSpPr>
          <p:cNvPr id="31" name="Google Shape;31;p3"/>
          <p:cNvGrpSpPr/>
          <p:nvPr/>
        </p:nvGrpSpPr>
        <p:grpSpPr>
          <a:xfrm>
            <a:off x="-642935" y="-1483293"/>
            <a:ext cx="10417533" cy="7928897"/>
            <a:chOff x="-642935" y="-1483293"/>
            <a:chExt cx="10417533" cy="7928897"/>
          </a:xfrm>
        </p:grpSpPr>
        <p:sp>
          <p:nvSpPr>
            <p:cNvPr id="32" name="Google Shape;32;p3"/>
            <p:cNvSpPr/>
            <p:nvPr/>
          </p:nvSpPr>
          <p:spPr>
            <a:xfrm rot="10800000">
              <a:off x="-642935" y="-1483293"/>
              <a:ext cx="9294978" cy="1911396"/>
            </a:xfrm>
            <a:custGeom>
              <a:avLst/>
              <a:gdLst/>
              <a:ahLst/>
              <a:cxnLst/>
              <a:rect l="l" t="t" r="r" b="b"/>
              <a:pathLst>
                <a:path w="130200" h="26774" extrusionOk="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6254199" y="4604003"/>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 name="Google Shape;34;p3"/>
          <p:cNvGrpSpPr/>
          <p:nvPr/>
        </p:nvGrpSpPr>
        <p:grpSpPr>
          <a:xfrm>
            <a:off x="-732996" y="7"/>
            <a:ext cx="7266640" cy="5159850"/>
            <a:chOff x="-732996" y="7"/>
            <a:chExt cx="7266640" cy="5159850"/>
          </a:xfrm>
        </p:grpSpPr>
        <p:sp>
          <p:nvSpPr>
            <p:cNvPr id="35" name="Google Shape;35;p3"/>
            <p:cNvSpPr/>
            <p:nvPr/>
          </p:nvSpPr>
          <p:spPr>
            <a:xfrm rot="10800000">
              <a:off x="4161656" y="4976326"/>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10800000">
              <a:off x="5115392" y="7"/>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732996" y="4324988"/>
              <a:ext cx="1821969" cy="184293"/>
            </a:xfrm>
            <a:custGeom>
              <a:avLst/>
              <a:gdLst/>
              <a:ahLst/>
              <a:cxnLst/>
              <a:rect l="l" t="t" r="r" b="b"/>
              <a:pathLst>
                <a:path w="28680" h="2901" extrusionOk="0">
                  <a:moveTo>
                    <a:pt x="28679" y="1"/>
                  </a:moveTo>
                  <a:lnTo>
                    <a:pt x="2737" y="162"/>
                  </a:lnTo>
                  <a:lnTo>
                    <a:pt x="1" y="2900"/>
                  </a:lnTo>
                  <a:lnTo>
                    <a:pt x="28679" y="2751"/>
                  </a:lnTo>
                  <a:lnTo>
                    <a:pt x="2867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 name="Google Shape;38;p3"/>
          <p:cNvSpPr txBox="1">
            <a:spLocks noGrp="1"/>
          </p:cNvSpPr>
          <p:nvPr>
            <p:ph type="title"/>
          </p:nvPr>
        </p:nvSpPr>
        <p:spPr>
          <a:xfrm>
            <a:off x="2085025" y="1564950"/>
            <a:ext cx="4158300" cy="15114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34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9" name="Google Shape;39;p3"/>
          <p:cNvSpPr txBox="1">
            <a:spLocks noGrp="1"/>
          </p:cNvSpPr>
          <p:nvPr>
            <p:ph type="title" idx="2" hasCustomPrompt="1"/>
          </p:nvPr>
        </p:nvSpPr>
        <p:spPr>
          <a:xfrm>
            <a:off x="1050075" y="1564950"/>
            <a:ext cx="969000" cy="15114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Font typeface="Poppins"/>
              <a:buNone/>
              <a:defRPr sz="4100">
                <a:latin typeface="Poppins"/>
                <a:ea typeface="Poppins"/>
                <a:cs typeface="Poppins"/>
                <a:sym typeface="Poppins"/>
              </a:defRPr>
            </a:lvl1pPr>
            <a:lvl2pPr lvl="1"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2pPr>
            <a:lvl3pPr lvl="2"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3pPr>
            <a:lvl4pPr lvl="3"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4pPr>
            <a:lvl5pPr lvl="4"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5pPr>
            <a:lvl6pPr lvl="5"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6pPr>
            <a:lvl7pPr lvl="6"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7pPr>
            <a:lvl8pPr lvl="7"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8pPr>
            <a:lvl9pPr lvl="8" algn="ctr" rtl="0">
              <a:spcBef>
                <a:spcPts val="0"/>
              </a:spcBef>
              <a:spcAft>
                <a:spcPts val="0"/>
              </a:spcAft>
              <a:buClr>
                <a:schemeClr val="lt1"/>
              </a:buClr>
              <a:buSzPts val="6000"/>
              <a:buFont typeface="Poppins"/>
              <a:buNone/>
              <a:defRPr sz="6000" b="0">
                <a:solidFill>
                  <a:schemeClr val="lt1"/>
                </a:solidFill>
                <a:latin typeface="Poppins"/>
                <a:ea typeface="Poppins"/>
                <a:cs typeface="Poppins"/>
                <a:sym typeface="Poppins"/>
              </a:defRPr>
            </a:lvl9pPr>
          </a:lstStyle>
          <a:p>
            <a:r>
              <a:t>xx%</a:t>
            </a:r>
          </a:p>
        </p:txBody>
      </p:sp>
      <p:grpSp>
        <p:nvGrpSpPr>
          <p:cNvPr id="40" name="Google Shape;40;p3"/>
          <p:cNvGrpSpPr/>
          <p:nvPr/>
        </p:nvGrpSpPr>
        <p:grpSpPr>
          <a:xfrm>
            <a:off x="-10" y="-2237114"/>
            <a:ext cx="9822707" cy="9720614"/>
            <a:chOff x="-10" y="-2237114"/>
            <a:chExt cx="9822707" cy="9720614"/>
          </a:xfrm>
        </p:grpSpPr>
        <p:sp>
          <p:nvSpPr>
            <p:cNvPr id="41" name="Google Shape;41;p3"/>
            <p:cNvSpPr/>
            <p:nvPr/>
          </p:nvSpPr>
          <p:spPr>
            <a:xfrm rot="10800000">
              <a:off x="4707290" y="-2237114"/>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10" y="4465961"/>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flipH="1">
            <a:off x="-1344315" y="539496"/>
            <a:ext cx="3074607" cy="453954"/>
            <a:chOff x="5478797" y="847321"/>
            <a:chExt cx="3074607" cy="453954"/>
          </a:xfrm>
        </p:grpSpPr>
        <p:grpSp>
          <p:nvGrpSpPr>
            <p:cNvPr id="44" name="Google Shape;44;p3"/>
            <p:cNvGrpSpPr/>
            <p:nvPr/>
          </p:nvGrpSpPr>
          <p:grpSpPr>
            <a:xfrm flipH="1">
              <a:off x="5675409" y="922405"/>
              <a:ext cx="2877996" cy="223763"/>
              <a:chOff x="1687059" y="2012316"/>
              <a:chExt cx="3573375" cy="277863"/>
            </a:xfrm>
          </p:grpSpPr>
          <p:sp>
            <p:nvSpPr>
              <p:cNvPr id="45" name="Google Shape;45;p3"/>
              <p:cNvSpPr/>
              <p:nvPr/>
            </p:nvSpPr>
            <p:spPr>
              <a:xfrm>
                <a:off x="1687059" y="2012316"/>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46" name="Google Shape;46;p3"/>
              <p:cNvSpPr/>
              <p:nvPr/>
            </p:nvSpPr>
            <p:spPr>
              <a:xfrm>
                <a:off x="5203734" y="2233479"/>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 name="Google Shape;47;p3"/>
            <p:cNvGrpSpPr/>
            <p:nvPr/>
          </p:nvGrpSpPr>
          <p:grpSpPr>
            <a:xfrm flipH="1">
              <a:off x="5478797" y="1255615"/>
              <a:ext cx="3010303" cy="45661"/>
              <a:chOff x="1766900" y="2869225"/>
              <a:chExt cx="3737650" cy="56700"/>
            </a:xfrm>
          </p:grpSpPr>
          <p:cxnSp>
            <p:nvCxnSpPr>
              <p:cNvPr id="48" name="Google Shape;48;p3"/>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49" name="Google Shape;49;p3"/>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3"/>
            <p:cNvGrpSpPr/>
            <p:nvPr/>
          </p:nvGrpSpPr>
          <p:grpSpPr>
            <a:xfrm flipH="1">
              <a:off x="6072799" y="847321"/>
              <a:ext cx="2430997" cy="185534"/>
              <a:chOff x="1748547" y="1392116"/>
              <a:chExt cx="5911958" cy="451312"/>
            </a:xfrm>
          </p:grpSpPr>
          <p:sp>
            <p:nvSpPr>
              <p:cNvPr id="51" name="Google Shape;51;p3"/>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3"/>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3"/>
        <p:cNvGrpSpPr/>
        <p:nvPr/>
      </p:nvGrpSpPr>
      <p:grpSpPr>
        <a:xfrm>
          <a:off x="0" y="0"/>
          <a:ext cx="0" cy="0"/>
          <a:chOff x="0" y="0"/>
          <a:chExt cx="0" cy="0"/>
        </a:xfrm>
      </p:grpSpPr>
      <p:grpSp>
        <p:nvGrpSpPr>
          <p:cNvPr id="54" name="Google Shape;54;p4"/>
          <p:cNvGrpSpPr/>
          <p:nvPr/>
        </p:nvGrpSpPr>
        <p:grpSpPr>
          <a:xfrm>
            <a:off x="7852085" y="4186321"/>
            <a:ext cx="3074607" cy="453954"/>
            <a:chOff x="5478797" y="847321"/>
            <a:chExt cx="3074607" cy="453954"/>
          </a:xfrm>
        </p:grpSpPr>
        <p:grpSp>
          <p:nvGrpSpPr>
            <p:cNvPr id="55" name="Google Shape;55;p4"/>
            <p:cNvGrpSpPr/>
            <p:nvPr/>
          </p:nvGrpSpPr>
          <p:grpSpPr>
            <a:xfrm flipH="1">
              <a:off x="5675409" y="922405"/>
              <a:ext cx="2877996" cy="223763"/>
              <a:chOff x="1687059" y="2012316"/>
              <a:chExt cx="3573375" cy="277863"/>
            </a:xfrm>
          </p:grpSpPr>
          <p:sp>
            <p:nvSpPr>
              <p:cNvPr id="56" name="Google Shape;56;p4"/>
              <p:cNvSpPr/>
              <p:nvPr/>
            </p:nvSpPr>
            <p:spPr>
              <a:xfrm>
                <a:off x="1687059" y="2012316"/>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57" name="Google Shape;57;p4"/>
              <p:cNvSpPr/>
              <p:nvPr/>
            </p:nvSpPr>
            <p:spPr>
              <a:xfrm>
                <a:off x="5203734" y="2233479"/>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4"/>
            <p:cNvGrpSpPr/>
            <p:nvPr/>
          </p:nvGrpSpPr>
          <p:grpSpPr>
            <a:xfrm flipH="1">
              <a:off x="6072799" y="847321"/>
              <a:ext cx="2430997" cy="185534"/>
              <a:chOff x="1748547" y="1392116"/>
              <a:chExt cx="5911958" cy="451312"/>
            </a:xfrm>
          </p:grpSpPr>
          <p:sp>
            <p:nvSpPr>
              <p:cNvPr id="59" name="Google Shape;59;p4"/>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sp>
            <p:nvSpPr>
              <p:cNvPr id="60" name="Google Shape;60;p4"/>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 name="Google Shape;61;p4"/>
            <p:cNvGrpSpPr/>
            <p:nvPr/>
          </p:nvGrpSpPr>
          <p:grpSpPr>
            <a:xfrm flipH="1">
              <a:off x="5478797" y="1255615"/>
              <a:ext cx="3010303" cy="45661"/>
              <a:chOff x="1766900" y="2869225"/>
              <a:chExt cx="3737650" cy="56700"/>
            </a:xfrm>
          </p:grpSpPr>
          <p:cxnSp>
            <p:nvCxnSpPr>
              <p:cNvPr id="62" name="Google Shape;62;p4"/>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63" name="Google Shape;63;p4"/>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4" name="Google Shape;64;p4"/>
          <p:cNvGrpSpPr/>
          <p:nvPr/>
        </p:nvGrpSpPr>
        <p:grpSpPr>
          <a:xfrm>
            <a:off x="-522276" y="-1302097"/>
            <a:ext cx="7191391" cy="7853482"/>
            <a:chOff x="-522276" y="-1302097"/>
            <a:chExt cx="7191391" cy="7853482"/>
          </a:xfrm>
        </p:grpSpPr>
        <p:sp>
          <p:nvSpPr>
            <p:cNvPr id="65" name="Google Shape;65;p4"/>
            <p:cNvSpPr/>
            <p:nvPr/>
          </p:nvSpPr>
          <p:spPr>
            <a:xfrm flipH="1">
              <a:off x="3148717" y="4709785"/>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rot="10800000" flipH="1">
              <a:off x="-522276" y="-1302097"/>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 name="Google Shape;67;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8" name="Google Shape;68;p4"/>
          <p:cNvSpPr txBox="1">
            <a:spLocks noGrp="1"/>
          </p:cNvSpPr>
          <p:nvPr>
            <p:ph type="body" idx="1"/>
          </p:nvPr>
        </p:nvSpPr>
        <p:spPr>
          <a:xfrm>
            <a:off x="720000" y="1065989"/>
            <a:ext cx="7704000" cy="342000"/>
          </a:xfrm>
          <a:prstGeom prst="rect">
            <a:avLst/>
          </a:prstGeom>
        </p:spPr>
        <p:txBody>
          <a:bodyPr spcFirstLastPara="1" wrap="square" lIns="91425" tIns="91425" rIns="91425" bIns="91425" anchor="t" anchorCtr="0">
            <a:noAutofit/>
          </a:bodyPr>
          <a:lstStyle>
            <a:lvl1pPr marL="457200" lvl="0" indent="-304800" algn="ctr" rtl="0">
              <a:spcBef>
                <a:spcPts val="0"/>
              </a:spcBef>
              <a:spcAft>
                <a:spcPts val="0"/>
              </a:spcAft>
              <a:buSzPts val="1200"/>
              <a:buFont typeface="Nunito Light"/>
              <a:buChar char="●"/>
              <a:defRPr>
                <a:solidFill>
                  <a:schemeClr val="hlink"/>
                </a:solidFill>
                <a:latin typeface="Barlow"/>
                <a:ea typeface="Barlow"/>
                <a:cs typeface="Barlow"/>
                <a:sym typeface="Barlow"/>
              </a:defRPr>
            </a:lvl1pPr>
            <a:lvl2pPr marL="914400" lvl="1" indent="-304800" rtl="0">
              <a:lnSpc>
                <a:spcPct val="100000"/>
              </a:lnSpc>
              <a:spcBef>
                <a:spcPts val="0"/>
              </a:spcBef>
              <a:spcAft>
                <a:spcPts val="0"/>
              </a:spcAft>
              <a:buSzPts val="1200"/>
              <a:buChar char="○"/>
              <a:defRPr/>
            </a:lvl2pPr>
            <a:lvl3pPr marL="1371600" lvl="2" indent="-304800" rtl="0">
              <a:lnSpc>
                <a:spcPct val="100000"/>
              </a:lnSpc>
              <a:spcBef>
                <a:spcPts val="0"/>
              </a:spcBef>
              <a:spcAft>
                <a:spcPts val="0"/>
              </a:spcAft>
              <a:buSzPts val="1200"/>
              <a:buChar char="■"/>
              <a:defRPr/>
            </a:lvl3pPr>
            <a:lvl4pPr marL="1828800" lvl="3" indent="-304800" rtl="0">
              <a:lnSpc>
                <a:spcPct val="100000"/>
              </a:lnSpc>
              <a:spcBef>
                <a:spcPts val="0"/>
              </a:spcBef>
              <a:spcAft>
                <a:spcPts val="0"/>
              </a:spcAft>
              <a:buSzPts val="1200"/>
              <a:buChar char="●"/>
              <a:defRPr/>
            </a:lvl4pPr>
            <a:lvl5pPr marL="2286000" lvl="4" indent="-304800" rtl="0">
              <a:lnSpc>
                <a:spcPct val="100000"/>
              </a:lnSpc>
              <a:spcBef>
                <a:spcPts val="0"/>
              </a:spcBef>
              <a:spcAft>
                <a:spcPts val="0"/>
              </a:spcAft>
              <a:buSzPts val="1200"/>
              <a:buChar char="○"/>
              <a:defRPr/>
            </a:lvl5pPr>
            <a:lvl6pPr marL="2743200" lvl="5" indent="-304800" rtl="0">
              <a:lnSpc>
                <a:spcPct val="100000"/>
              </a:lnSpc>
              <a:spcBef>
                <a:spcPts val="0"/>
              </a:spcBef>
              <a:spcAft>
                <a:spcPts val="0"/>
              </a:spcAft>
              <a:buSzPts val="1200"/>
              <a:buChar char="■"/>
              <a:defRPr/>
            </a:lvl6pPr>
            <a:lvl7pPr marL="3200400" lvl="6" indent="-304800" rtl="0">
              <a:lnSpc>
                <a:spcPct val="100000"/>
              </a:lnSpc>
              <a:spcBef>
                <a:spcPts val="0"/>
              </a:spcBef>
              <a:spcAft>
                <a:spcPts val="0"/>
              </a:spcAft>
              <a:buSzPts val="1200"/>
              <a:buChar char="●"/>
              <a:defRPr/>
            </a:lvl7pPr>
            <a:lvl8pPr marL="3657600" lvl="7" indent="-304800" rtl="0">
              <a:lnSpc>
                <a:spcPct val="100000"/>
              </a:lnSpc>
              <a:spcBef>
                <a:spcPts val="0"/>
              </a:spcBef>
              <a:spcAft>
                <a:spcPts val="0"/>
              </a:spcAft>
              <a:buSzPts val="1200"/>
              <a:buChar char="○"/>
              <a:defRPr/>
            </a:lvl8pPr>
            <a:lvl9pPr marL="4114800" lvl="8" indent="-304800" rtl="0">
              <a:lnSpc>
                <a:spcPct val="100000"/>
              </a:lnSpc>
              <a:spcBef>
                <a:spcPts val="0"/>
              </a:spcBef>
              <a:spcAft>
                <a:spcPts val="0"/>
              </a:spcAft>
              <a:buSzPts val="1200"/>
              <a:buChar char="■"/>
              <a:defRPr/>
            </a:lvl9pPr>
          </a:lstStyle>
          <a:p>
            <a:endParaRPr/>
          </a:p>
        </p:txBody>
      </p:sp>
      <p:sp>
        <p:nvSpPr>
          <p:cNvPr id="69" name="Google Shape;69;p4"/>
          <p:cNvSpPr/>
          <p:nvPr/>
        </p:nvSpPr>
        <p:spPr>
          <a:xfrm flipH="1">
            <a:off x="6000549" y="4603999"/>
            <a:ext cx="1205478" cy="219752"/>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0" name="Google Shape;70;p4"/>
          <p:cNvGrpSpPr/>
          <p:nvPr/>
        </p:nvGrpSpPr>
        <p:grpSpPr>
          <a:xfrm>
            <a:off x="4132575" y="4716825"/>
            <a:ext cx="5724316" cy="2084515"/>
            <a:chOff x="4132575" y="4716825"/>
            <a:chExt cx="5724316" cy="2084515"/>
          </a:xfrm>
        </p:grpSpPr>
        <p:sp>
          <p:nvSpPr>
            <p:cNvPr id="71" name="Google Shape;71;p4"/>
            <p:cNvSpPr/>
            <p:nvPr/>
          </p:nvSpPr>
          <p:spPr>
            <a:xfrm flipH="1">
              <a:off x="5361875" y="4716825"/>
              <a:ext cx="4495016" cy="2084515"/>
            </a:xfrm>
            <a:custGeom>
              <a:avLst/>
              <a:gdLst/>
              <a:ahLst/>
              <a:cxnLst/>
              <a:rect l="l" t="t" r="r" b="b"/>
              <a:pathLst>
                <a:path w="101749" h="47185" extrusionOk="0">
                  <a:moveTo>
                    <a:pt x="0" y="1"/>
                  </a:moveTo>
                  <a:lnTo>
                    <a:pt x="0" y="47185"/>
                  </a:lnTo>
                  <a:lnTo>
                    <a:pt x="101748" y="47185"/>
                  </a:lnTo>
                  <a:lnTo>
                    <a:pt x="101748" y="31097"/>
                  </a:lnTo>
                  <a:lnTo>
                    <a:pt x="96897" y="31097"/>
                  </a:lnTo>
                  <a:lnTo>
                    <a:pt x="76166" y="10366"/>
                  </a:lnTo>
                  <a:lnTo>
                    <a:pt x="55269" y="10366"/>
                  </a:lnTo>
                  <a:lnTo>
                    <a:pt x="449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4"/>
            <p:cNvSpPr/>
            <p:nvPr/>
          </p:nvSpPr>
          <p:spPr>
            <a:xfrm flipH="1">
              <a:off x="4132575" y="4716825"/>
              <a:ext cx="4495016" cy="2084515"/>
            </a:xfrm>
            <a:custGeom>
              <a:avLst/>
              <a:gdLst/>
              <a:ahLst/>
              <a:cxnLst/>
              <a:rect l="l" t="t" r="r" b="b"/>
              <a:pathLst>
                <a:path w="101749" h="47185" extrusionOk="0">
                  <a:moveTo>
                    <a:pt x="0" y="1"/>
                  </a:moveTo>
                  <a:lnTo>
                    <a:pt x="0" y="47185"/>
                  </a:lnTo>
                  <a:lnTo>
                    <a:pt x="101748" y="47185"/>
                  </a:lnTo>
                  <a:lnTo>
                    <a:pt x="101748" y="31097"/>
                  </a:lnTo>
                  <a:lnTo>
                    <a:pt x="96897" y="31097"/>
                  </a:lnTo>
                  <a:lnTo>
                    <a:pt x="76166" y="10366"/>
                  </a:lnTo>
                  <a:lnTo>
                    <a:pt x="55269" y="10366"/>
                  </a:lnTo>
                  <a:lnTo>
                    <a:pt x="449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37"/>
        <p:cNvGrpSpPr/>
        <p:nvPr/>
      </p:nvGrpSpPr>
      <p:grpSpPr>
        <a:xfrm>
          <a:off x="0" y="0"/>
          <a:ext cx="0" cy="0"/>
          <a:chOff x="0" y="0"/>
          <a:chExt cx="0" cy="0"/>
        </a:xfrm>
      </p:grpSpPr>
      <p:grpSp>
        <p:nvGrpSpPr>
          <p:cNvPr id="138" name="Google Shape;138;p8"/>
          <p:cNvGrpSpPr/>
          <p:nvPr/>
        </p:nvGrpSpPr>
        <p:grpSpPr>
          <a:xfrm>
            <a:off x="-10" y="-1009617"/>
            <a:ext cx="9640083" cy="7443072"/>
            <a:chOff x="-10" y="-1009617"/>
            <a:chExt cx="9640083" cy="7443072"/>
          </a:xfrm>
        </p:grpSpPr>
        <p:sp>
          <p:nvSpPr>
            <p:cNvPr id="139" name="Google Shape;139;p8"/>
            <p:cNvSpPr/>
            <p:nvPr/>
          </p:nvSpPr>
          <p:spPr>
            <a:xfrm rot="10800000">
              <a:off x="6119674" y="-1009617"/>
              <a:ext cx="3520399" cy="1841600"/>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8"/>
            <p:cNvSpPr/>
            <p:nvPr/>
          </p:nvSpPr>
          <p:spPr>
            <a:xfrm rot="10800000" flipH="1">
              <a:off x="0" y="-82735"/>
              <a:ext cx="2227897" cy="1165463"/>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8"/>
            <p:cNvSpPr/>
            <p:nvPr/>
          </p:nvSpPr>
          <p:spPr>
            <a:xfrm flipH="1">
              <a:off x="-10" y="4522059"/>
              <a:ext cx="9294978" cy="1911396"/>
            </a:xfrm>
            <a:custGeom>
              <a:avLst/>
              <a:gdLst/>
              <a:ahLst/>
              <a:cxnLst/>
              <a:rect l="l" t="t" r="r" b="b"/>
              <a:pathLst>
                <a:path w="130200" h="26774" extrusionOk="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 name="Google Shape;142;p8"/>
          <p:cNvGrpSpPr/>
          <p:nvPr/>
        </p:nvGrpSpPr>
        <p:grpSpPr>
          <a:xfrm>
            <a:off x="2503206" y="5"/>
            <a:ext cx="7007334" cy="4699016"/>
            <a:chOff x="2503206" y="5"/>
            <a:chExt cx="7007334" cy="4699016"/>
          </a:xfrm>
        </p:grpSpPr>
        <p:grpSp>
          <p:nvGrpSpPr>
            <p:cNvPr id="143" name="Google Shape;143;p8"/>
            <p:cNvGrpSpPr/>
            <p:nvPr/>
          </p:nvGrpSpPr>
          <p:grpSpPr>
            <a:xfrm>
              <a:off x="2503206" y="5"/>
              <a:ext cx="5597879" cy="4699016"/>
              <a:chOff x="2503206" y="5"/>
              <a:chExt cx="5597879" cy="4699016"/>
            </a:xfrm>
          </p:grpSpPr>
          <p:sp>
            <p:nvSpPr>
              <p:cNvPr id="144" name="Google Shape;144;p8"/>
              <p:cNvSpPr/>
              <p:nvPr/>
            </p:nvSpPr>
            <p:spPr>
              <a:xfrm flipH="1">
                <a:off x="2503206" y="5"/>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8"/>
              <p:cNvSpPr/>
              <p:nvPr/>
            </p:nvSpPr>
            <p:spPr>
              <a:xfrm flipH="1">
                <a:off x="6868745" y="4467026"/>
                <a:ext cx="1232340" cy="231995"/>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 name="Google Shape;146;p8"/>
            <p:cNvGrpSpPr/>
            <p:nvPr/>
          </p:nvGrpSpPr>
          <p:grpSpPr>
            <a:xfrm>
              <a:off x="7937781" y="5"/>
              <a:ext cx="1572759" cy="183531"/>
              <a:chOff x="7937781" y="5"/>
              <a:chExt cx="1572759" cy="183531"/>
            </a:xfrm>
          </p:grpSpPr>
          <p:sp>
            <p:nvSpPr>
              <p:cNvPr id="147" name="Google Shape;147;p8"/>
              <p:cNvSpPr/>
              <p:nvPr/>
            </p:nvSpPr>
            <p:spPr>
              <a:xfrm>
                <a:off x="8503756" y="5"/>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8"/>
              <p:cNvSpPr/>
              <p:nvPr/>
            </p:nvSpPr>
            <p:spPr>
              <a:xfrm>
                <a:off x="7937781" y="5"/>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9" name="Google Shape;149;p8"/>
          <p:cNvGrpSpPr/>
          <p:nvPr/>
        </p:nvGrpSpPr>
        <p:grpSpPr>
          <a:xfrm>
            <a:off x="-1320285" y="-2292139"/>
            <a:ext cx="12455532" cy="9684964"/>
            <a:chOff x="-1320285" y="-2292139"/>
            <a:chExt cx="12455532" cy="9684964"/>
          </a:xfrm>
        </p:grpSpPr>
        <p:sp>
          <p:nvSpPr>
            <p:cNvPr id="150" name="Google Shape;150;p8"/>
            <p:cNvSpPr/>
            <p:nvPr/>
          </p:nvSpPr>
          <p:spPr>
            <a:xfrm flipH="1">
              <a:off x="6019840" y="4375286"/>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8"/>
            <p:cNvSpPr/>
            <p:nvPr/>
          </p:nvSpPr>
          <p:spPr>
            <a:xfrm rot="10800000" flipH="1">
              <a:off x="-1320285" y="-2292139"/>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8"/>
            <p:cNvSpPr/>
            <p:nvPr/>
          </p:nvSpPr>
          <p:spPr>
            <a:xfrm>
              <a:off x="-432453" y="4992033"/>
              <a:ext cx="3520400" cy="2076657"/>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 name="Google Shape;153;p8"/>
          <p:cNvSpPr txBox="1">
            <a:spLocks noGrp="1"/>
          </p:cNvSpPr>
          <p:nvPr>
            <p:ph type="title"/>
          </p:nvPr>
        </p:nvSpPr>
        <p:spPr>
          <a:xfrm>
            <a:off x="1768550" y="1636650"/>
            <a:ext cx="5607000" cy="18702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5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54" name="Google Shape;154;p8"/>
          <p:cNvGrpSpPr/>
          <p:nvPr/>
        </p:nvGrpSpPr>
        <p:grpSpPr>
          <a:xfrm>
            <a:off x="-1892403" y="831971"/>
            <a:ext cx="12928869" cy="3635055"/>
            <a:chOff x="-1892403" y="831971"/>
            <a:chExt cx="12928869" cy="3635055"/>
          </a:xfrm>
        </p:grpSpPr>
        <p:grpSp>
          <p:nvGrpSpPr>
            <p:cNvPr id="155" name="Google Shape;155;p8"/>
            <p:cNvGrpSpPr/>
            <p:nvPr/>
          </p:nvGrpSpPr>
          <p:grpSpPr>
            <a:xfrm flipH="1">
              <a:off x="7436679" y="831971"/>
              <a:ext cx="3599787" cy="1044104"/>
              <a:chOff x="-1431671" y="656496"/>
              <a:chExt cx="3599787" cy="1044104"/>
            </a:xfrm>
          </p:grpSpPr>
          <p:grpSp>
            <p:nvGrpSpPr>
              <p:cNvPr id="156" name="Google Shape;156;p8"/>
              <p:cNvGrpSpPr/>
              <p:nvPr/>
            </p:nvGrpSpPr>
            <p:grpSpPr>
              <a:xfrm>
                <a:off x="-368508" y="1432892"/>
                <a:ext cx="1567047" cy="45661"/>
                <a:chOff x="1754675" y="2661275"/>
                <a:chExt cx="1945675" cy="56700"/>
              </a:xfrm>
            </p:grpSpPr>
            <p:cxnSp>
              <p:nvCxnSpPr>
                <p:cNvPr id="157" name="Google Shape;157;p8"/>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158" name="Google Shape;158;p8"/>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8"/>
              <p:cNvGrpSpPr/>
              <p:nvPr/>
            </p:nvGrpSpPr>
            <p:grpSpPr>
              <a:xfrm>
                <a:off x="-766480" y="1564412"/>
                <a:ext cx="1561280" cy="136187"/>
                <a:chOff x="1754675" y="2824000"/>
                <a:chExt cx="4728285" cy="412439"/>
              </a:xfrm>
            </p:grpSpPr>
            <p:sp>
              <p:nvSpPr>
                <p:cNvPr id="160" name="Google Shape;160;p8"/>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161" name="Google Shape;161;p8"/>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2" name="Google Shape;162;p8"/>
              <p:cNvGrpSpPr/>
              <p:nvPr/>
            </p:nvGrpSpPr>
            <p:grpSpPr>
              <a:xfrm>
                <a:off x="-1431671" y="1201087"/>
                <a:ext cx="3070084" cy="102364"/>
                <a:chOff x="1779150" y="2604263"/>
                <a:chExt cx="3811875" cy="127113"/>
              </a:xfrm>
            </p:grpSpPr>
            <p:sp>
              <p:nvSpPr>
                <p:cNvPr id="163" name="Google Shape;163;p8"/>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164" name="Google Shape;164;p8"/>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 name="Google Shape;165;p8"/>
              <p:cNvGrpSpPr/>
              <p:nvPr/>
            </p:nvGrpSpPr>
            <p:grpSpPr>
              <a:xfrm>
                <a:off x="-856941" y="773805"/>
                <a:ext cx="2877996" cy="223763"/>
                <a:chOff x="1748550" y="2064750"/>
                <a:chExt cx="3573375" cy="277863"/>
              </a:xfrm>
            </p:grpSpPr>
            <p:sp>
              <p:nvSpPr>
                <p:cNvPr id="166" name="Google Shape;166;p8"/>
                <p:cNvSpPr/>
                <p:nvPr/>
              </p:nvSpPr>
              <p:spPr>
                <a:xfrm>
                  <a:off x="1748550" y="2064750"/>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167" name="Google Shape;167;p8"/>
                <p:cNvSpPr/>
                <p:nvPr/>
              </p:nvSpPr>
              <p:spPr>
                <a:xfrm>
                  <a:off x="5265225" y="228591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8" name="Google Shape;168;p8"/>
              <p:cNvGrpSpPr/>
              <p:nvPr/>
            </p:nvGrpSpPr>
            <p:grpSpPr>
              <a:xfrm>
                <a:off x="-856882" y="656496"/>
                <a:ext cx="2430997" cy="185534"/>
                <a:chOff x="1748547" y="1392116"/>
                <a:chExt cx="5911958" cy="451312"/>
              </a:xfrm>
            </p:grpSpPr>
            <p:sp>
              <p:nvSpPr>
                <p:cNvPr id="169" name="Google Shape;169;p8"/>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sp>
              <p:nvSpPr>
                <p:cNvPr id="170" name="Google Shape;170;p8"/>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1" name="Google Shape;171;p8"/>
              <p:cNvGrpSpPr/>
              <p:nvPr/>
            </p:nvGrpSpPr>
            <p:grpSpPr>
              <a:xfrm>
                <a:off x="-842187" y="1064790"/>
                <a:ext cx="3010303" cy="45661"/>
                <a:chOff x="1766900" y="2869225"/>
                <a:chExt cx="3737650" cy="56700"/>
              </a:xfrm>
            </p:grpSpPr>
            <p:cxnSp>
              <p:nvCxnSpPr>
                <p:cNvPr id="172" name="Google Shape;172;p8"/>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173" name="Google Shape;173;p8"/>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74" name="Google Shape;174;p8"/>
            <p:cNvGrpSpPr/>
            <p:nvPr/>
          </p:nvGrpSpPr>
          <p:grpSpPr>
            <a:xfrm>
              <a:off x="-1892403" y="3926990"/>
              <a:ext cx="3427062" cy="540036"/>
              <a:chOff x="-1366378" y="3596340"/>
              <a:chExt cx="3427062" cy="540036"/>
            </a:xfrm>
          </p:grpSpPr>
          <p:grpSp>
            <p:nvGrpSpPr>
              <p:cNvPr id="175" name="Google Shape;175;p8"/>
              <p:cNvGrpSpPr/>
              <p:nvPr/>
            </p:nvGrpSpPr>
            <p:grpSpPr>
              <a:xfrm>
                <a:off x="-1366378" y="4034012"/>
                <a:ext cx="3070084" cy="102364"/>
                <a:chOff x="1779150" y="2604263"/>
                <a:chExt cx="3811875" cy="127113"/>
              </a:xfrm>
            </p:grpSpPr>
            <p:sp>
              <p:nvSpPr>
                <p:cNvPr id="176" name="Google Shape;176;p8"/>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177" name="Google Shape;177;p8"/>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8"/>
              <p:cNvGrpSpPr/>
              <p:nvPr/>
            </p:nvGrpSpPr>
            <p:grpSpPr>
              <a:xfrm flipH="1">
                <a:off x="-949619" y="3596340"/>
                <a:ext cx="3010303" cy="380635"/>
                <a:chOff x="5446772" y="1743190"/>
                <a:chExt cx="3010303" cy="380635"/>
              </a:xfrm>
            </p:grpSpPr>
            <p:grpSp>
              <p:nvGrpSpPr>
                <p:cNvPr id="179" name="Google Shape;179;p8"/>
                <p:cNvGrpSpPr/>
                <p:nvPr/>
              </p:nvGrpSpPr>
              <p:grpSpPr>
                <a:xfrm flipH="1">
                  <a:off x="5898325" y="1865405"/>
                  <a:ext cx="1567047" cy="45661"/>
                  <a:chOff x="1754675" y="2661275"/>
                  <a:chExt cx="1945675" cy="56700"/>
                </a:xfrm>
              </p:grpSpPr>
              <p:cxnSp>
                <p:nvCxnSpPr>
                  <p:cNvPr id="180" name="Google Shape;180;p8"/>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181" name="Google Shape;181;p8"/>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2" name="Google Shape;182;p8"/>
                <p:cNvGrpSpPr/>
                <p:nvPr/>
              </p:nvGrpSpPr>
              <p:grpSpPr>
                <a:xfrm flipH="1">
                  <a:off x="5477439" y="1987637"/>
                  <a:ext cx="1561280" cy="136187"/>
                  <a:chOff x="1754675" y="2824000"/>
                  <a:chExt cx="4728285" cy="412439"/>
                </a:xfrm>
              </p:grpSpPr>
              <p:sp>
                <p:nvSpPr>
                  <p:cNvPr id="183" name="Google Shape;183;p8"/>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184" name="Google Shape;184;p8"/>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5" name="Google Shape;185;p8"/>
                <p:cNvGrpSpPr/>
                <p:nvPr/>
              </p:nvGrpSpPr>
              <p:grpSpPr>
                <a:xfrm flipH="1">
                  <a:off x="5446772" y="1743190"/>
                  <a:ext cx="3010303" cy="45661"/>
                  <a:chOff x="1766900" y="2869225"/>
                  <a:chExt cx="3737650" cy="56700"/>
                </a:xfrm>
              </p:grpSpPr>
              <p:cxnSp>
                <p:nvCxnSpPr>
                  <p:cNvPr id="186" name="Google Shape;186;p8"/>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187" name="Google Shape;187;p8"/>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2"/>
        </a:solidFill>
        <a:effectLst/>
      </p:bgPr>
    </p:bg>
    <p:spTree>
      <p:nvGrpSpPr>
        <p:cNvPr id="1" name="Shape 231"/>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434"/>
        <p:cNvGrpSpPr/>
        <p:nvPr/>
      </p:nvGrpSpPr>
      <p:grpSpPr>
        <a:xfrm>
          <a:off x="0" y="0"/>
          <a:ext cx="0" cy="0"/>
          <a:chOff x="0" y="0"/>
          <a:chExt cx="0" cy="0"/>
        </a:xfrm>
      </p:grpSpPr>
      <p:sp>
        <p:nvSpPr>
          <p:cNvPr id="435" name="Google Shape;435;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600"/>
              <a:buNone/>
              <a:defRPr sz="26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36" name="Google Shape;436;p21"/>
          <p:cNvSpPr txBox="1">
            <a:spLocks noGrp="1"/>
          </p:cNvSpPr>
          <p:nvPr>
            <p:ph type="subTitle" idx="1"/>
          </p:nvPr>
        </p:nvSpPr>
        <p:spPr>
          <a:xfrm>
            <a:off x="4755095" y="1667625"/>
            <a:ext cx="3040800" cy="21036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437" name="Google Shape;437;p21"/>
          <p:cNvSpPr txBox="1">
            <a:spLocks noGrp="1"/>
          </p:cNvSpPr>
          <p:nvPr>
            <p:ph type="subTitle" idx="2"/>
          </p:nvPr>
        </p:nvSpPr>
        <p:spPr>
          <a:xfrm>
            <a:off x="1348100" y="1667625"/>
            <a:ext cx="3040800" cy="21036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438" name="Google Shape;438;p21"/>
          <p:cNvGrpSpPr/>
          <p:nvPr/>
        </p:nvGrpSpPr>
        <p:grpSpPr>
          <a:xfrm rot="10800000">
            <a:off x="-106737" y="-1645006"/>
            <a:ext cx="9548249" cy="7357518"/>
            <a:chOff x="-1311525" y="-1414418"/>
            <a:chExt cx="9548249" cy="7357518"/>
          </a:xfrm>
        </p:grpSpPr>
        <p:sp>
          <p:nvSpPr>
            <p:cNvPr id="439" name="Google Shape;439;p21"/>
            <p:cNvSpPr/>
            <p:nvPr/>
          </p:nvSpPr>
          <p:spPr>
            <a:xfrm rot="10800000">
              <a:off x="-1311525" y="-1414418"/>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0" name="Google Shape;440;p21"/>
            <p:cNvSpPr/>
            <p:nvPr/>
          </p:nvSpPr>
          <p:spPr>
            <a:xfrm flipH="1">
              <a:off x="-1120750" y="4056069"/>
              <a:ext cx="9357474" cy="1887032"/>
            </a:xfrm>
            <a:custGeom>
              <a:avLst/>
              <a:gdLst/>
              <a:ahLst/>
              <a:cxnLst/>
              <a:rect l="l" t="t" r="r" b="b"/>
              <a:pathLst>
                <a:path w="130200" h="26774" extrusionOk="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441" name="Google Shape;441;p21"/>
          <p:cNvSpPr/>
          <p:nvPr/>
        </p:nvSpPr>
        <p:spPr>
          <a:xfrm rot="10800000" flipH="1">
            <a:off x="5675306" y="4959976"/>
            <a:ext cx="1006784" cy="183531"/>
          </a:xfrm>
          <a:custGeom>
            <a:avLst/>
            <a:gdLst/>
            <a:ahLst/>
            <a:cxnLst/>
            <a:rect l="l" t="t" r="r" b="b"/>
            <a:pathLst>
              <a:path w="15848" h="2889" extrusionOk="0">
                <a:moveTo>
                  <a:pt x="0" y="0"/>
                </a:moveTo>
                <a:lnTo>
                  <a:pt x="2889" y="2889"/>
                </a:lnTo>
                <a:lnTo>
                  <a:pt x="15847" y="2889"/>
                </a:lnTo>
                <a:lnTo>
                  <a:pt x="129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2" name="Google Shape;442;p21"/>
          <p:cNvGrpSpPr/>
          <p:nvPr/>
        </p:nvGrpSpPr>
        <p:grpSpPr>
          <a:xfrm rot="10800000">
            <a:off x="-1228535" y="-1130234"/>
            <a:ext cx="11726682" cy="8568910"/>
            <a:chOff x="-2306160" y="-3140581"/>
            <a:chExt cx="11726682" cy="8568910"/>
          </a:xfrm>
        </p:grpSpPr>
        <p:sp>
          <p:nvSpPr>
            <p:cNvPr id="443" name="Google Shape;443;p21"/>
            <p:cNvSpPr/>
            <p:nvPr/>
          </p:nvSpPr>
          <p:spPr>
            <a:xfrm rot="10800000" flipH="1">
              <a:off x="-2306160" y="-3140581"/>
              <a:ext cx="5115407" cy="3017539"/>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4" name="Google Shape;444;p21"/>
            <p:cNvSpPr/>
            <p:nvPr/>
          </p:nvSpPr>
          <p:spPr>
            <a:xfrm rot="10800000" flipH="1">
              <a:off x="7082099" y="4876491"/>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45" name="Google Shape;445;p21"/>
            <p:cNvSpPr/>
            <p:nvPr/>
          </p:nvSpPr>
          <p:spPr>
            <a:xfrm>
              <a:off x="6615250" y="3890920"/>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446" name="Google Shape;446;p21"/>
          <p:cNvGrpSpPr/>
          <p:nvPr/>
        </p:nvGrpSpPr>
        <p:grpSpPr>
          <a:xfrm rot="10800000" flipH="1">
            <a:off x="-1315487" y="4349469"/>
            <a:ext cx="3296400" cy="703085"/>
            <a:chOff x="-12" y="3628590"/>
            <a:chExt cx="3296400" cy="703085"/>
          </a:xfrm>
        </p:grpSpPr>
        <p:grpSp>
          <p:nvGrpSpPr>
            <p:cNvPr id="447" name="Google Shape;447;p21"/>
            <p:cNvGrpSpPr/>
            <p:nvPr/>
          </p:nvGrpSpPr>
          <p:grpSpPr>
            <a:xfrm>
              <a:off x="854867" y="3996692"/>
              <a:ext cx="1567047" cy="45661"/>
              <a:chOff x="1754675" y="2661275"/>
              <a:chExt cx="1945675" cy="56700"/>
            </a:xfrm>
          </p:grpSpPr>
          <p:cxnSp>
            <p:nvCxnSpPr>
              <p:cNvPr id="448" name="Google Shape;448;p21"/>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449" name="Google Shape;449;p21"/>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0" name="Google Shape;450;p21"/>
            <p:cNvGrpSpPr/>
            <p:nvPr/>
          </p:nvGrpSpPr>
          <p:grpSpPr>
            <a:xfrm>
              <a:off x="518420" y="4195487"/>
              <a:ext cx="1561280" cy="136187"/>
              <a:chOff x="1754675" y="2824000"/>
              <a:chExt cx="4728285" cy="412439"/>
            </a:xfrm>
          </p:grpSpPr>
          <p:sp>
            <p:nvSpPr>
              <p:cNvPr id="451" name="Google Shape;451;p21"/>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452" name="Google Shape;452;p21"/>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3" name="Google Shape;453;p21"/>
            <p:cNvGrpSpPr/>
            <p:nvPr/>
          </p:nvGrpSpPr>
          <p:grpSpPr>
            <a:xfrm>
              <a:off x="226304" y="3764887"/>
              <a:ext cx="3070084" cy="102364"/>
              <a:chOff x="1779150" y="2604263"/>
              <a:chExt cx="3811875" cy="127113"/>
            </a:xfrm>
          </p:grpSpPr>
          <p:sp>
            <p:nvSpPr>
              <p:cNvPr id="454" name="Google Shape;454;p21"/>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455" name="Google Shape;455;p21"/>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6" name="Google Shape;456;p21"/>
            <p:cNvGrpSpPr/>
            <p:nvPr/>
          </p:nvGrpSpPr>
          <p:grpSpPr>
            <a:xfrm>
              <a:off x="-12" y="3628590"/>
              <a:ext cx="3010303" cy="45661"/>
              <a:chOff x="1766900" y="2869225"/>
              <a:chExt cx="3737650" cy="56700"/>
            </a:xfrm>
          </p:grpSpPr>
          <p:cxnSp>
            <p:nvCxnSpPr>
              <p:cNvPr id="457" name="Google Shape;457;p21"/>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458" name="Google Shape;458;p21"/>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710"/>
        <p:cNvGrpSpPr/>
        <p:nvPr/>
      </p:nvGrpSpPr>
      <p:grpSpPr>
        <a:xfrm>
          <a:off x="0" y="0"/>
          <a:ext cx="0" cy="0"/>
          <a:chOff x="0" y="0"/>
          <a:chExt cx="0" cy="0"/>
        </a:xfrm>
      </p:grpSpPr>
      <p:grpSp>
        <p:nvGrpSpPr>
          <p:cNvPr id="711" name="Google Shape;711;p31"/>
          <p:cNvGrpSpPr/>
          <p:nvPr/>
        </p:nvGrpSpPr>
        <p:grpSpPr>
          <a:xfrm rot="10800000">
            <a:off x="-1889528" y="158865"/>
            <a:ext cx="3010303" cy="380635"/>
            <a:chOff x="5446772" y="1743190"/>
            <a:chExt cx="3010303" cy="380635"/>
          </a:xfrm>
        </p:grpSpPr>
        <p:grpSp>
          <p:nvGrpSpPr>
            <p:cNvPr id="712" name="Google Shape;712;p31"/>
            <p:cNvGrpSpPr/>
            <p:nvPr/>
          </p:nvGrpSpPr>
          <p:grpSpPr>
            <a:xfrm flipH="1">
              <a:off x="5898325" y="1865405"/>
              <a:ext cx="1567047" cy="45661"/>
              <a:chOff x="1754675" y="2661275"/>
              <a:chExt cx="1945675" cy="56700"/>
            </a:xfrm>
          </p:grpSpPr>
          <p:cxnSp>
            <p:nvCxnSpPr>
              <p:cNvPr id="713" name="Google Shape;713;p31"/>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714" name="Google Shape;714;p31"/>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5" name="Google Shape;715;p31"/>
            <p:cNvGrpSpPr/>
            <p:nvPr/>
          </p:nvGrpSpPr>
          <p:grpSpPr>
            <a:xfrm flipH="1">
              <a:off x="5477439" y="1987637"/>
              <a:ext cx="1561280" cy="136187"/>
              <a:chOff x="1754675" y="2824000"/>
              <a:chExt cx="4728285" cy="412439"/>
            </a:xfrm>
          </p:grpSpPr>
          <p:sp>
            <p:nvSpPr>
              <p:cNvPr id="716" name="Google Shape;716;p31"/>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717" name="Google Shape;717;p31"/>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8" name="Google Shape;718;p31"/>
            <p:cNvGrpSpPr/>
            <p:nvPr/>
          </p:nvGrpSpPr>
          <p:grpSpPr>
            <a:xfrm flipH="1">
              <a:off x="5446772" y="1743190"/>
              <a:ext cx="3010303" cy="45661"/>
              <a:chOff x="1766900" y="2869225"/>
              <a:chExt cx="3737650" cy="56700"/>
            </a:xfrm>
          </p:grpSpPr>
          <p:cxnSp>
            <p:nvCxnSpPr>
              <p:cNvPr id="719" name="Google Shape;719;p31"/>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720" name="Google Shape;720;p31"/>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21" name="Google Shape;721;p31"/>
          <p:cNvGrpSpPr/>
          <p:nvPr/>
        </p:nvGrpSpPr>
        <p:grpSpPr>
          <a:xfrm flipH="1">
            <a:off x="1347409" y="-265593"/>
            <a:ext cx="9294978" cy="6913322"/>
            <a:chOff x="-201828" y="-265593"/>
            <a:chExt cx="9294978" cy="6913322"/>
          </a:xfrm>
        </p:grpSpPr>
        <p:sp>
          <p:nvSpPr>
            <p:cNvPr id="722" name="Google Shape;722;p31"/>
            <p:cNvSpPr/>
            <p:nvPr/>
          </p:nvSpPr>
          <p:spPr>
            <a:xfrm>
              <a:off x="-201828" y="4736333"/>
              <a:ext cx="9294978" cy="1911396"/>
            </a:xfrm>
            <a:custGeom>
              <a:avLst/>
              <a:gdLst/>
              <a:ahLst/>
              <a:cxnLst/>
              <a:rect l="l" t="t" r="r" b="b"/>
              <a:pathLst>
                <a:path w="130200" h="26774" extrusionOk="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1"/>
            <p:cNvSpPr/>
            <p:nvPr/>
          </p:nvSpPr>
          <p:spPr>
            <a:xfrm rot="10800000" flipH="1">
              <a:off x="1175807" y="-265593"/>
              <a:ext cx="1539180" cy="805095"/>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4" name="Google Shape;724;p31"/>
          <p:cNvSpPr/>
          <p:nvPr/>
        </p:nvSpPr>
        <p:spPr>
          <a:xfrm rot="10800000">
            <a:off x="794659" y="4876484"/>
            <a:ext cx="1418251" cy="267006"/>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1"/>
          <p:cNvSpPr/>
          <p:nvPr/>
        </p:nvSpPr>
        <p:spPr>
          <a:xfrm flipH="1">
            <a:off x="-561113" y="4230050"/>
            <a:ext cx="2805272" cy="1537408"/>
          </a:xfrm>
          <a:custGeom>
            <a:avLst/>
            <a:gdLst/>
            <a:ahLst/>
            <a:cxnLst/>
            <a:rect l="l" t="t" r="r" b="b"/>
            <a:pathLst>
              <a:path w="87610" h="48014" extrusionOk="0">
                <a:moveTo>
                  <a:pt x="41297" y="0"/>
                </a:moveTo>
                <a:lnTo>
                  <a:pt x="9329" y="31926"/>
                </a:lnTo>
                <a:lnTo>
                  <a:pt x="0" y="31926"/>
                </a:lnTo>
                <a:lnTo>
                  <a:pt x="0" y="48014"/>
                </a:lnTo>
                <a:lnTo>
                  <a:pt x="87610" y="48014"/>
                </a:lnTo>
                <a:lnTo>
                  <a:pt x="8761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726"/>
        <p:cNvGrpSpPr/>
        <p:nvPr/>
      </p:nvGrpSpPr>
      <p:grpSpPr>
        <a:xfrm>
          <a:off x="0" y="0"/>
          <a:ext cx="0" cy="0"/>
          <a:chOff x="0" y="0"/>
          <a:chExt cx="0" cy="0"/>
        </a:xfrm>
      </p:grpSpPr>
      <p:grpSp>
        <p:nvGrpSpPr>
          <p:cNvPr id="727" name="Google Shape;727;p32"/>
          <p:cNvGrpSpPr/>
          <p:nvPr/>
        </p:nvGrpSpPr>
        <p:grpSpPr>
          <a:xfrm flipH="1">
            <a:off x="-2028096" y="-1770656"/>
            <a:ext cx="4007050" cy="2363739"/>
            <a:chOff x="6549401" y="-1824231"/>
            <a:chExt cx="4007050" cy="2363739"/>
          </a:xfrm>
        </p:grpSpPr>
        <p:sp>
          <p:nvSpPr>
            <p:cNvPr id="728" name="Google Shape;728;p32"/>
            <p:cNvSpPr/>
            <p:nvPr/>
          </p:nvSpPr>
          <p:spPr>
            <a:xfrm>
              <a:off x="7695191" y="307513"/>
              <a:ext cx="1232340" cy="231995"/>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2"/>
            <p:cNvSpPr/>
            <p:nvPr/>
          </p:nvSpPr>
          <p:spPr>
            <a:xfrm rot="10800000">
              <a:off x="6549401" y="-1824231"/>
              <a:ext cx="4007050" cy="2363728"/>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0" name="Google Shape;730;p32"/>
          <p:cNvGrpSpPr/>
          <p:nvPr/>
        </p:nvGrpSpPr>
        <p:grpSpPr>
          <a:xfrm flipH="1">
            <a:off x="7391104" y="241540"/>
            <a:ext cx="3296400" cy="703085"/>
            <a:chOff x="-12" y="3628590"/>
            <a:chExt cx="3296400" cy="703085"/>
          </a:xfrm>
        </p:grpSpPr>
        <p:grpSp>
          <p:nvGrpSpPr>
            <p:cNvPr id="731" name="Google Shape;731;p32"/>
            <p:cNvGrpSpPr/>
            <p:nvPr/>
          </p:nvGrpSpPr>
          <p:grpSpPr>
            <a:xfrm>
              <a:off x="854867" y="3996692"/>
              <a:ext cx="1567047" cy="45661"/>
              <a:chOff x="1754675" y="2661275"/>
              <a:chExt cx="1945675" cy="56700"/>
            </a:xfrm>
          </p:grpSpPr>
          <p:cxnSp>
            <p:nvCxnSpPr>
              <p:cNvPr id="732" name="Google Shape;732;p32"/>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733" name="Google Shape;733;p32"/>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4" name="Google Shape;734;p32"/>
            <p:cNvGrpSpPr/>
            <p:nvPr/>
          </p:nvGrpSpPr>
          <p:grpSpPr>
            <a:xfrm>
              <a:off x="518420" y="4195487"/>
              <a:ext cx="1561280" cy="136187"/>
              <a:chOff x="1754675" y="2824000"/>
              <a:chExt cx="4728285" cy="412439"/>
            </a:xfrm>
          </p:grpSpPr>
          <p:sp>
            <p:nvSpPr>
              <p:cNvPr id="735" name="Google Shape;735;p32"/>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736" name="Google Shape;736;p32"/>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7" name="Google Shape;737;p32"/>
            <p:cNvGrpSpPr/>
            <p:nvPr/>
          </p:nvGrpSpPr>
          <p:grpSpPr>
            <a:xfrm>
              <a:off x="226304" y="3764887"/>
              <a:ext cx="3070084" cy="102364"/>
              <a:chOff x="1779150" y="2604263"/>
              <a:chExt cx="3811875" cy="127113"/>
            </a:xfrm>
          </p:grpSpPr>
          <p:sp>
            <p:nvSpPr>
              <p:cNvPr id="738" name="Google Shape;738;p32"/>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739" name="Google Shape;739;p32"/>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0" name="Google Shape;740;p32"/>
            <p:cNvGrpSpPr/>
            <p:nvPr/>
          </p:nvGrpSpPr>
          <p:grpSpPr>
            <a:xfrm>
              <a:off x="-12" y="3628590"/>
              <a:ext cx="3010303" cy="45661"/>
              <a:chOff x="1766900" y="2869225"/>
              <a:chExt cx="3737650" cy="56700"/>
            </a:xfrm>
          </p:grpSpPr>
          <p:cxnSp>
            <p:nvCxnSpPr>
              <p:cNvPr id="741" name="Google Shape;741;p32"/>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742" name="Google Shape;742;p32"/>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43" name="Google Shape;743;p32"/>
          <p:cNvGrpSpPr/>
          <p:nvPr/>
        </p:nvGrpSpPr>
        <p:grpSpPr>
          <a:xfrm flipH="1">
            <a:off x="-1341650" y="-685669"/>
            <a:ext cx="10751988" cy="7671703"/>
            <a:chOff x="-881984" y="-739244"/>
            <a:chExt cx="10751988" cy="7671703"/>
          </a:xfrm>
        </p:grpSpPr>
        <p:sp>
          <p:nvSpPr>
            <p:cNvPr id="744" name="Google Shape;744;p32"/>
            <p:cNvSpPr/>
            <p:nvPr/>
          </p:nvSpPr>
          <p:spPr>
            <a:xfrm flipH="1">
              <a:off x="5675437" y="4457952"/>
              <a:ext cx="4194567" cy="2474507"/>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2"/>
            <p:cNvSpPr/>
            <p:nvPr/>
          </p:nvSpPr>
          <p:spPr>
            <a:xfrm rot="10800000" flipH="1">
              <a:off x="-881984" y="-739244"/>
              <a:ext cx="1959133" cy="1024867"/>
            </a:xfrm>
            <a:custGeom>
              <a:avLst/>
              <a:gdLst/>
              <a:ahLst/>
              <a:cxnLst/>
              <a:rect l="l" t="t" r="r" b="b"/>
              <a:pathLst>
                <a:path w="64958" h="33981" extrusionOk="0">
                  <a:moveTo>
                    <a:pt x="1" y="0"/>
                  </a:moveTo>
                  <a:lnTo>
                    <a:pt x="1" y="33831"/>
                  </a:lnTo>
                  <a:lnTo>
                    <a:pt x="64957" y="33980"/>
                  </a:lnTo>
                  <a:lnTo>
                    <a:pt x="64957" y="33980"/>
                  </a:lnTo>
                  <a:lnTo>
                    <a:pt x="30991" y="0"/>
                  </a:lnTo>
                  <a:close/>
                </a:path>
              </a:pathLst>
            </a:custGeom>
            <a:solidFill>
              <a:srgbClr val="000000">
                <a:alpha val="8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6" name="Google Shape;746;p32"/>
          <p:cNvSpPr/>
          <p:nvPr/>
        </p:nvSpPr>
        <p:spPr>
          <a:xfrm flipH="1">
            <a:off x="-417877" y="511088"/>
            <a:ext cx="1232340" cy="231995"/>
          </a:xfrm>
          <a:custGeom>
            <a:avLst/>
            <a:gdLst/>
            <a:ahLst/>
            <a:cxnLst/>
            <a:rect l="l" t="t" r="r" b="b"/>
            <a:pathLst>
              <a:path w="22325" h="4203" extrusionOk="0">
                <a:moveTo>
                  <a:pt x="0" y="0"/>
                </a:moveTo>
                <a:lnTo>
                  <a:pt x="4191" y="4191"/>
                </a:lnTo>
                <a:lnTo>
                  <a:pt x="22325" y="4202"/>
                </a:lnTo>
                <a:lnTo>
                  <a:pt x="1813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2"/>
          <p:cNvSpPr/>
          <p:nvPr/>
        </p:nvSpPr>
        <p:spPr>
          <a:xfrm rot="10800000" flipH="1">
            <a:off x="-621671" y="-1770656"/>
            <a:ext cx="4007050" cy="2363728"/>
          </a:xfrm>
          <a:custGeom>
            <a:avLst/>
            <a:gdLst/>
            <a:ahLst/>
            <a:cxnLst/>
            <a:rect l="l" t="t" r="r" b="b"/>
            <a:pathLst>
              <a:path w="111617" h="65842" extrusionOk="0">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600"/>
              <a:buFont typeface="Poppins Black"/>
              <a:buNone/>
              <a:defRPr sz="2600">
                <a:solidFill>
                  <a:schemeClr val="dk1"/>
                </a:solidFill>
                <a:latin typeface="Poppins Black"/>
                <a:ea typeface="Poppins Black"/>
                <a:cs typeface="Poppins Black"/>
                <a:sym typeface="Poppins Black"/>
              </a:defRPr>
            </a:lvl1pPr>
            <a:lvl2pPr lvl="1"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2pPr>
            <a:lvl3pPr lvl="2"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3pPr>
            <a:lvl4pPr lvl="3"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4pPr>
            <a:lvl5pPr lvl="4"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5pPr>
            <a:lvl6pPr lvl="5"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6pPr>
            <a:lvl7pPr lvl="6"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7pPr>
            <a:lvl8pPr lvl="7"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8pPr>
            <a:lvl9pPr lvl="8" rtl="0">
              <a:spcBef>
                <a:spcPts val="0"/>
              </a:spcBef>
              <a:spcAft>
                <a:spcPts val="0"/>
              </a:spcAft>
              <a:buClr>
                <a:schemeClr val="dk1"/>
              </a:buClr>
              <a:buSzPts val="3500"/>
              <a:buFont typeface="Raleway"/>
              <a:buNone/>
              <a:defRPr sz="3500" b="1">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1pPr>
            <a:lvl2pPr marL="914400" lvl="1"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2pPr>
            <a:lvl3pPr marL="1371600" lvl="2"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3pPr>
            <a:lvl4pPr marL="1828800" lvl="3"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4pPr>
            <a:lvl5pPr marL="2286000" lvl="4"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5pPr>
            <a:lvl6pPr marL="2743200" lvl="5"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6pPr>
            <a:lvl7pPr marL="3200400" lvl="6"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7pPr>
            <a:lvl8pPr marL="3657600" lvl="7"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8pPr>
            <a:lvl9pPr marL="4114800" lvl="8" indent="-304800">
              <a:lnSpc>
                <a:spcPct val="100000"/>
              </a:lnSpc>
              <a:spcBef>
                <a:spcPts val="0"/>
              </a:spcBef>
              <a:spcAft>
                <a:spcPts val="0"/>
              </a:spcAft>
              <a:buClr>
                <a:schemeClr val="dk1"/>
              </a:buClr>
              <a:buSzPts val="1200"/>
              <a:buFont typeface="Barlow"/>
              <a:buChar char="■"/>
              <a:defRPr sz="1200">
                <a:solidFill>
                  <a:schemeClr val="dk1"/>
                </a:solidFill>
                <a:latin typeface="Barlow"/>
                <a:ea typeface="Barlow"/>
                <a:cs typeface="Barlow"/>
                <a:sym typeface="Barlow"/>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4" r:id="rId4"/>
    <p:sldLayoutId id="2147483658" r:id="rId5"/>
    <p:sldLayoutId id="2147483667" r:id="rId6"/>
    <p:sldLayoutId id="2147483677" r:id="rId7"/>
    <p:sldLayoutId id="2147483678"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9" name="Google Shape;759;p36"/>
          <p:cNvSpPr txBox="1">
            <a:spLocks noGrp="1"/>
          </p:cNvSpPr>
          <p:nvPr>
            <p:ph type="ctrTitle"/>
          </p:nvPr>
        </p:nvSpPr>
        <p:spPr>
          <a:xfrm>
            <a:off x="174171" y="1528071"/>
            <a:ext cx="8525691" cy="1232548"/>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200" dirty="0"/>
              <a:t>DATA STRUCTURES &amp; ALGORITHMS</a:t>
            </a:r>
            <a:endParaRPr sz="3200" dirty="0"/>
          </a:p>
        </p:txBody>
      </p:sp>
      <p:grpSp>
        <p:nvGrpSpPr>
          <p:cNvPr id="760" name="Google Shape;760;p36"/>
          <p:cNvGrpSpPr/>
          <p:nvPr/>
        </p:nvGrpSpPr>
        <p:grpSpPr>
          <a:xfrm rot="10800000">
            <a:off x="6662200" y="3637323"/>
            <a:ext cx="3537150" cy="626797"/>
            <a:chOff x="1199232" y="2120038"/>
            <a:chExt cx="4391793" cy="778340"/>
          </a:xfrm>
        </p:grpSpPr>
        <p:grpSp>
          <p:nvGrpSpPr>
            <p:cNvPr id="761" name="Google Shape;761;p36"/>
            <p:cNvGrpSpPr/>
            <p:nvPr/>
          </p:nvGrpSpPr>
          <p:grpSpPr>
            <a:xfrm>
              <a:off x="2227732" y="2577138"/>
              <a:ext cx="1945675" cy="56700"/>
              <a:chOff x="2227732" y="2661275"/>
              <a:chExt cx="1945675" cy="56700"/>
            </a:xfrm>
          </p:grpSpPr>
          <p:cxnSp>
            <p:nvCxnSpPr>
              <p:cNvPr id="762" name="Google Shape;762;p36"/>
              <p:cNvCxnSpPr/>
              <p:nvPr/>
            </p:nvCxnSpPr>
            <p:spPr>
              <a:xfrm>
                <a:off x="2227732"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763" name="Google Shape;763;p36"/>
              <p:cNvSpPr/>
              <p:nvPr/>
            </p:nvSpPr>
            <p:spPr>
              <a:xfrm>
                <a:off x="4116707"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4" name="Google Shape;764;p36"/>
            <p:cNvGrpSpPr/>
            <p:nvPr/>
          </p:nvGrpSpPr>
          <p:grpSpPr>
            <a:xfrm>
              <a:off x="1943838" y="2729277"/>
              <a:ext cx="1938597" cy="169100"/>
              <a:chOff x="2216194" y="2593212"/>
              <a:chExt cx="4728285" cy="412439"/>
            </a:xfrm>
          </p:grpSpPr>
          <p:sp>
            <p:nvSpPr>
              <p:cNvPr id="765" name="Google Shape;765;p36"/>
              <p:cNvSpPr/>
              <p:nvPr/>
            </p:nvSpPr>
            <p:spPr>
              <a:xfrm>
                <a:off x="2216194" y="2593212"/>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766" name="Google Shape;766;p36"/>
              <p:cNvSpPr/>
              <p:nvPr/>
            </p:nvSpPr>
            <p:spPr>
              <a:xfrm>
                <a:off x="6810079" y="2871251"/>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7" name="Google Shape;767;p36"/>
            <p:cNvGrpSpPr/>
            <p:nvPr/>
          </p:nvGrpSpPr>
          <p:grpSpPr>
            <a:xfrm>
              <a:off x="1779150" y="2289288"/>
              <a:ext cx="3811875" cy="127113"/>
              <a:chOff x="1779150" y="2604263"/>
              <a:chExt cx="3811875" cy="127113"/>
            </a:xfrm>
          </p:grpSpPr>
          <p:sp>
            <p:nvSpPr>
              <p:cNvPr id="768" name="Google Shape;768;p36"/>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769" name="Google Shape;769;p36"/>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0" name="Google Shape;770;p36"/>
            <p:cNvGrpSpPr/>
            <p:nvPr/>
          </p:nvGrpSpPr>
          <p:grpSpPr>
            <a:xfrm>
              <a:off x="1199232" y="2120038"/>
              <a:ext cx="3737650" cy="56700"/>
              <a:chOff x="1199232" y="2869225"/>
              <a:chExt cx="3737650" cy="56700"/>
            </a:xfrm>
          </p:grpSpPr>
          <p:cxnSp>
            <p:nvCxnSpPr>
              <p:cNvPr id="771" name="Google Shape;771;p36"/>
              <p:cNvCxnSpPr/>
              <p:nvPr/>
            </p:nvCxnSpPr>
            <p:spPr>
              <a:xfrm>
                <a:off x="1199232"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772" name="Google Shape;772;p36"/>
              <p:cNvSpPr/>
              <p:nvPr/>
            </p:nvSpPr>
            <p:spPr>
              <a:xfrm>
                <a:off x="4880182"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73" name="Google Shape;773;p36"/>
          <p:cNvGrpSpPr/>
          <p:nvPr/>
        </p:nvGrpSpPr>
        <p:grpSpPr>
          <a:xfrm>
            <a:off x="-1696246" y="967904"/>
            <a:ext cx="3599787" cy="1044096"/>
            <a:chOff x="-1431671" y="656504"/>
            <a:chExt cx="3599787" cy="1044096"/>
          </a:xfrm>
        </p:grpSpPr>
        <p:grpSp>
          <p:nvGrpSpPr>
            <p:cNvPr id="774" name="Google Shape;774;p36"/>
            <p:cNvGrpSpPr/>
            <p:nvPr/>
          </p:nvGrpSpPr>
          <p:grpSpPr>
            <a:xfrm>
              <a:off x="-368508" y="1432892"/>
              <a:ext cx="1567047" cy="45661"/>
              <a:chOff x="1754675" y="2661275"/>
              <a:chExt cx="1945675" cy="56700"/>
            </a:xfrm>
          </p:grpSpPr>
          <p:cxnSp>
            <p:nvCxnSpPr>
              <p:cNvPr id="775" name="Google Shape;775;p36"/>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776" name="Google Shape;776;p36"/>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7" name="Google Shape;777;p36"/>
            <p:cNvGrpSpPr/>
            <p:nvPr/>
          </p:nvGrpSpPr>
          <p:grpSpPr>
            <a:xfrm>
              <a:off x="-766480" y="1564412"/>
              <a:ext cx="1561280" cy="136187"/>
              <a:chOff x="1754675" y="2824000"/>
              <a:chExt cx="4728285" cy="412439"/>
            </a:xfrm>
          </p:grpSpPr>
          <p:sp>
            <p:nvSpPr>
              <p:cNvPr id="778" name="Google Shape;778;p36"/>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779" name="Google Shape;779;p36"/>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0" name="Google Shape;780;p36"/>
            <p:cNvGrpSpPr/>
            <p:nvPr/>
          </p:nvGrpSpPr>
          <p:grpSpPr>
            <a:xfrm>
              <a:off x="-1431671" y="1201087"/>
              <a:ext cx="3070084" cy="102364"/>
              <a:chOff x="1779150" y="2604263"/>
              <a:chExt cx="3811875" cy="127113"/>
            </a:xfrm>
          </p:grpSpPr>
          <p:sp>
            <p:nvSpPr>
              <p:cNvPr id="781" name="Google Shape;781;p36"/>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782" name="Google Shape;782;p36"/>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3" name="Google Shape;783;p36"/>
            <p:cNvGrpSpPr/>
            <p:nvPr/>
          </p:nvGrpSpPr>
          <p:grpSpPr>
            <a:xfrm>
              <a:off x="-856941" y="773805"/>
              <a:ext cx="2877996" cy="223763"/>
              <a:chOff x="1748550" y="2064750"/>
              <a:chExt cx="3573375" cy="277863"/>
            </a:xfrm>
          </p:grpSpPr>
          <p:sp>
            <p:nvSpPr>
              <p:cNvPr id="784" name="Google Shape;784;p36"/>
              <p:cNvSpPr/>
              <p:nvPr/>
            </p:nvSpPr>
            <p:spPr>
              <a:xfrm>
                <a:off x="1748550" y="2064750"/>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785" name="Google Shape;785;p36"/>
              <p:cNvSpPr/>
              <p:nvPr/>
            </p:nvSpPr>
            <p:spPr>
              <a:xfrm>
                <a:off x="5265225" y="228591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6" name="Google Shape;786;p36"/>
            <p:cNvGrpSpPr/>
            <p:nvPr/>
          </p:nvGrpSpPr>
          <p:grpSpPr>
            <a:xfrm>
              <a:off x="-856958" y="656504"/>
              <a:ext cx="2430741" cy="185537"/>
              <a:chOff x="1748547" y="1392116"/>
              <a:chExt cx="5911958" cy="451312"/>
            </a:xfrm>
          </p:grpSpPr>
          <p:sp>
            <p:nvSpPr>
              <p:cNvPr id="787" name="Google Shape;787;p36"/>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sp>
            <p:nvSpPr>
              <p:cNvPr id="788" name="Google Shape;788;p36"/>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9" name="Google Shape;789;p36"/>
            <p:cNvGrpSpPr/>
            <p:nvPr/>
          </p:nvGrpSpPr>
          <p:grpSpPr>
            <a:xfrm>
              <a:off x="-842187" y="1064790"/>
              <a:ext cx="3010303" cy="45661"/>
              <a:chOff x="1766900" y="2869225"/>
              <a:chExt cx="3737650" cy="56700"/>
            </a:xfrm>
          </p:grpSpPr>
          <p:cxnSp>
            <p:nvCxnSpPr>
              <p:cNvPr id="790" name="Google Shape;790;p36"/>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791" name="Google Shape;791;p36"/>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CONTENTS</a:t>
            </a:r>
            <a:endParaRPr dirty="0"/>
          </a:p>
        </p:txBody>
      </p:sp>
      <p:graphicFrame>
        <p:nvGraphicFramePr>
          <p:cNvPr id="800" name="Google Shape;800;p37"/>
          <p:cNvGraphicFramePr/>
          <p:nvPr>
            <p:extLst>
              <p:ext uri="{D42A27DB-BD31-4B8C-83A1-F6EECF244321}">
                <p14:modId xmlns:p14="http://schemas.microsoft.com/office/powerpoint/2010/main" val="2135137278"/>
              </p:ext>
            </p:extLst>
          </p:nvPr>
        </p:nvGraphicFramePr>
        <p:xfrm>
          <a:off x="1541915" y="1553316"/>
          <a:ext cx="6060169" cy="1395425"/>
        </p:xfrm>
        <a:graphic>
          <a:graphicData uri="http://schemas.openxmlformats.org/drawingml/2006/table">
            <a:tbl>
              <a:tblPr>
                <a:noFill/>
                <a:tableStyleId>{92CE58A5-9BC6-4E53-A9DA-EE6B6539BB91}</a:tableStyleId>
              </a:tblPr>
              <a:tblGrid>
                <a:gridCol w="6060169">
                  <a:extLst>
                    <a:ext uri="{9D8B030D-6E8A-4147-A177-3AD203B41FA5}">
                      <a16:colId xmlns:a16="http://schemas.microsoft.com/office/drawing/2014/main" val="20000"/>
                    </a:ext>
                  </a:extLst>
                </a:gridCol>
              </a:tblGrid>
              <a:tr h="347825">
                <a:tc>
                  <a:txBody>
                    <a:bodyPr/>
                    <a:lstStyle/>
                    <a:p>
                      <a:pPr marL="0" lvl="0" indent="0" algn="l" rtl="0">
                        <a:spcBef>
                          <a:spcPts val="0"/>
                        </a:spcBef>
                        <a:spcAft>
                          <a:spcPts val="0"/>
                        </a:spcAft>
                        <a:buNone/>
                      </a:pPr>
                      <a:r>
                        <a:rPr lang="en-US" sz="1000" u="sng" dirty="0">
                          <a:solidFill>
                            <a:schemeClr val="hlink"/>
                          </a:solidFill>
                          <a:latin typeface="Poppins ExtraBold"/>
                          <a:ea typeface="Poppins ExtraBold"/>
                          <a:cs typeface="Poppins ExtraBold"/>
                          <a:sym typeface="Poppins ExtraBold"/>
                        </a:rPr>
                        <a:t>Why</a:t>
                      </a:r>
                      <a:r>
                        <a:rPr lang="en-US" sz="1000" u="sng" baseline="0" dirty="0">
                          <a:solidFill>
                            <a:schemeClr val="hlink"/>
                          </a:solidFill>
                          <a:latin typeface="Poppins ExtraBold"/>
                          <a:ea typeface="Poppins ExtraBold"/>
                          <a:cs typeface="Poppins ExtraBold"/>
                          <a:sym typeface="Poppins ExtraBold"/>
                        </a:rPr>
                        <a:t> are Arrays</a:t>
                      </a:r>
                      <a:r>
                        <a:rPr lang="en-US" sz="1000" u="sng" dirty="0">
                          <a:solidFill>
                            <a:schemeClr val="hlink"/>
                          </a:solidFill>
                          <a:latin typeface="Poppins ExtraBold"/>
                          <a:ea typeface="Poppins ExtraBold"/>
                          <a:cs typeface="Poppins ExtraBold"/>
                          <a:sym typeface="Poppins ExtraBold"/>
                        </a:rPr>
                        <a:t>?</a:t>
                      </a:r>
                      <a:endParaRPr lang="en-US" sz="1000" u="sng" dirty="0">
                        <a:solidFill>
                          <a:schemeClr val="dk1"/>
                        </a:solidFill>
                        <a:latin typeface="Poppins ExtraBold"/>
                        <a:ea typeface="Poppins ExtraBold"/>
                        <a:cs typeface="Poppins ExtraBold"/>
                        <a:sym typeface="Poppins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extLst>
                  <a:ext uri="{0D108BD9-81ED-4DB2-BD59-A6C34878D82A}">
                    <a16:rowId xmlns:a16="http://schemas.microsoft.com/office/drawing/2014/main" val="10000"/>
                  </a:ext>
                </a:extLst>
              </a:tr>
              <a:tr h="349200">
                <a:tc>
                  <a:txBody>
                    <a:bodyPr/>
                    <a:lstStyle/>
                    <a:p>
                      <a:pPr marL="0" lvl="0" indent="0" algn="l" rtl="0">
                        <a:spcBef>
                          <a:spcPts val="0"/>
                        </a:spcBef>
                        <a:spcAft>
                          <a:spcPts val="0"/>
                        </a:spcAft>
                        <a:buNone/>
                      </a:pPr>
                      <a:r>
                        <a:rPr lang="en-US" sz="1000" u="sng" dirty="0">
                          <a:solidFill>
                            <a:schemeClr val="hlink"/>
                          </a:solidFill>
                          <a:latin typeface="Poppins ExtraBold"/>
                          <a:ea typeface="Poppins ExtraBold"/>
                          <a:cs typeface="Poppins ExtraBold"/>
                          <a:sym typeface="Poppins ExtraBold"/>
                        </a:rPr>
                        <a:t>Arrays Operations.</a:t>
                      </a:r>
                      <a:endParaRPr lang="en-US" sz="1000" u="sng" dirty="0">
                        <a:solidFill>
                          <a:schemeClr val="dk1"/>
                        </a:solidFill>
                        <a:latin typeface="Poppins ExtraBold"/>
                        <a:ea typeface="Poppins ExtraBold"/>
                        <a:cs typeface="Poppins ExtraBold"/>
                        <a:sym typeface="Poppins ExtraBold"/>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extLst>
                  <a:ext uri="{0D108BD9-81ED-4DB2-BD59-A6C34878D82A}">
                    <a16:rowId xmlns:a16="http://schemas.microsoft.com/office/drawing/2014/main" val="10001"/>
                  </a:ext>
                </a:extLst>
              </a:tr>
              <a:tr h="349200">
                <a:tc>
                  <a:txBody>
                    <a:bodyPr/>
                    <a:lstStyle/>
                    <a:p>
                      <a:pPr marL="0" lvl="0" indent="0" algn="l" rtl="0">
                        <a:spcBef>
                          <a:spcPts val="0"/>
                        </a:spcBef>
                        <a:spcAft>
                          <a:spcPts val="0"/>
                        </a:spcAft>
                        <a:buNone/>
                      </a:pPr>
                      <a:r>
                        <a:rPr lang="en-US" sz="1000" u="sng" dirty="0">
                          <a:solidFill>
                            <a:schemeClr val="dk1"/>
                          </a:solidFill>
                          <a:latin typeface="Poppins ExtraBold"/>
                          <a:ea typeface="Poppins ExtraBold"/>
                          <a:cs typeface="Poppins ExtraBold"/>
                          <a:sym typeface="Poppins ExtraBold"/>
                        </a:rPr>
                        <a:t>Binary Search.</a:t>
                      </a: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extLst>
                  <a:ext uri="{0D108BD9-81ED-4DB2-BD59-A6C34878D82A}">
                    <a16:rowId xmlns:a16="http://schemas.microsoft.com/office/drawing/2014/main" val="10002"/>
                  </a:ext>
                </a:extLst>
              </a:tr>
              <a:tr h="349200">
                <a:tc>
                  <a:txBody>
                    <a:bodyPr/>
                    <a:lstStyle/>
                    <a:p>
                      <a:pPr marL="0" lvl="0" indent="0" algn="l" rtl="0">
                        <a:spcBef>
                          <a:spcPts val="0"/>
                        </a:spcBef>
                        <a:spcAft>
                          <a:spcPts val="0"/>
                        </a:spcAft>
                        <a:buNone/>
                      </a:pPr>
                      <a:r>
                        <a:rPr lang="en-US" sz="1000" u="sng" dirty="0">
                          <a:solidFill>
                            <a:schemeClr val="dk1"/>
                          </a:solidFill>
                          <a:latin typeface="Poppins ExtraBold"/>
                          <a:ea typeface="Poppins ExtraBold"/>
                          <a:cs typeface="Poppins ExtraBold"/>
                          <a:sym typeface="Poppins ExtraBold"/>
                        </a:rPr>
                        <a:t>Linear Search.</a:t>
                      </a: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accent2"/>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40"/>
          <p:cNvSpPr txBox="1">
            <a:spLocks noGrp="1"/>
          </p:cNvSpPr>
          <p:nvPr>
            <p:ph type="title"/>
          </p:nvPr>
        </p:nvSpPr>
        <p:spPr>
          <a:xfrm>
            <a:off x="1410790" y="1564950"/>
            <a:ext cx="7646124" cy="1511400"/>
          </a:xfrm>
          <a:prstGeom prst="rect">
            <a:avLst/>
          </a:prstGeom>
        </p:spPr>
        <p:txBody>
          <a:bodyPr spcFirstLastPara="1" wrap="square" lIns="91425" tIns="91425" rIns="91425" bIns="91425" anchor="ctr" anchorCtr="0">
            <a:noAutofit/>
          </a:bodyPr>
          <a:lstStyle/>
          <a:p>
            <a:r>
              <a:rPr lang="en-US" sz="3200" dirty="0"/>
              <a:t>What are Arrays?</a:t>
            </a:r>
            <a:endParaRPr lang="ar-YE" sz="3200" dirty="0"/>
          </a:p>
        </p:txBody>
      </p:sp>
      <p:sp>
        <p:nvSpPr>
          <p:cNvPr id="915" name="Google Shape;915;p40"/>
          <p:cNvSpPr txBox="1">
            <a:spLocks noGrp="1"/>
          </p:cNvSpPr>
          <p:nvPr>
            <p:ph type="title" idx="2"/>
          </p:nvPr>
        </p:nvSpPr>
        <p:spPr>
          <a:xfrm>
            <a:off x="335972" y="1564950"/>
            <a:ext cx="969000" cy="151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grpSp>
        <p:nvGrpSpPr>
          <p:cNvPr id="916" name="Google Shape;916;p40"/>
          <p:cNvGrpSpPr/>
          <p:nvPr/>
        </p:nvGrpSpPr>
        <p:grpSpPr>
          <a:xfrm flipH="1">
            <a:off x="6775879" y="3868746"/>
            <a:ext cx="3599787" cy="1044104"/>
            <a:chOff x="-1431671" y="656496"/>
            <a:chExt cx="3599787" cy="1044104"/>
          </a:xfrm>
        </p:grpSpPr>
        <p:grpSp>
          <p:nvGrpSpPr>
            <p:cNvPr id="917" name="Google Shape;917;p40"/>
            <p:cNvGrpSpPr/>
            <p:nvPr/>
          </p:nvGrpSpPr>
          <p:grpSpPr>
            <a:xfrm>
              <a:off x="-368508" y="1432892"/>
              <a:ext cx="1567047" cy="45661"/>
              <a:chOff x="1754675" y="2661275"/>
              <a:chExt cx="1945675" cy="56700"/>
            </a:xfrm>
          </p:grpSpPr>
          <p:cxnSp>
            <p:nvCxnSpPr>
              <p:cNvPr id="918" name="Google Shape;918;p40"/>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919" name="Google Shape;919;p40"/>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0" name="Google Shape;920;p40"/>
            <p:cNvGrpSpPr/>
            <p:nvPr/>
          </p:nvGrpSpPr>
          <p:grpSpPr>
            <a:xfrm>
              <a:off x="-766480" y="1564412"/>
              <a:ext cx="1561280" cy="136187"/>
              <a:chOff x="1754675" y="2824000"/>
              <a:chExt cx="4728285" cy="412439"/>
            </a:xfrm>
          </p:grpSpPr>
          <p:sp>
            <p:nvSpPr>
              <p:cNvPr id="921" name="Google Shape;921;p40"/>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922" name="Google Shape;922;p40"/>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3" name="Google Shape;923;p40"/>
            <p:cNvGrpSpPr/>
            <p:nvPr/>
          </p:nvGrpSpPr>
          <p:grpSpPr>
            <a:xfrm>
              <a:off x="-1431671" y="1201087"/>
              <a:ext cx="3070084" cy="102364"/>
              <a:chOff x="1779150" y="2604263"/>
              <a:chExt cx="3811875" cy="127113"/>
            </a:xfrm>
          </p:grpSpPr>
          <p:sp>
            <p:nvSpPr>
              <p:cNvPr id="924" name="Google Shape;924;p40"/>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925" name="Google Shape;925;p40"/>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40"/>
            <p:cNvGrpSpPr/>
            <p:nvPr/>
          </p:nvGrpSpPr>
          <p:grpSpPr>
            <a:xfrm>
              <a:off x="-856941" y="773805"/>
              <a:ext cx="2877996" cy="223763"/>
              <a:chOff x="1748550" y="2064750"/>
              <a:chExt cx="3573375" cy="277863"/>
            </a:xfrm>
          </p:grpSpPr>
          <p:sp>
            <p:nvSpPr>
              <p:cNvPr id="927" name="Google Shape;927;p40"/>
              <p:cNvSpPr/>
              <p:nvPr/>
            </p:nvSpPr>
            <p:spPr>
              <a:xfrm>
                <a:off x="1748550" y="2064750"/>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928" name="Google Shape;928;p40"/>
              <p:cNvSpPr/>
              <p:nvPr/>
            </p:nvSpPr>
            <p:spPr>
              <a:xfrm>
                <a:off x="5265225" y="228591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40"/>
            <p:cNvGrpSpPr/>
            <p:nvPr/>
          </p:nvGrpSpPr>
          <p:grpSpPr>
            <a:xfrm>
              <a:off x="-856882" y="656496"/>
              <a:ext cx="2430997" cy="185534"/>
              <a:chOff x="1748547" y="1392116"/>
              <a:chExt cx="5911958" cy="451312"/>
            </a:xfrm>
          </p:grpSpPr>
          <p:sp>
            <p:nvSpPr>
              <p:cNvPr id="930" name="Google Shape;930;p40"/>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sp>
            <p:nvSpPr>
              <p:cNvPr id="931" name="Google Shape;931;p40"/>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2" name="Google Shape;932;p40"/>
            <p:cNvGrpSpPr/>
            <p:nvPr/>
          </p:nvGrpSpPr>
          <p:grpSpPr>
            <a:xfrm>
              <a:off x="-842187" y="1064790"/>
              <a:ext cx="3010303" cy="45661"/>
              <a:chOff x="1766900" y="2869225"/>
              <a:chExt cx="3737650" cy="56700"/>
            </a:xfrm>
          </p:grpSpPr>
          <p:cxnSp>
            <p:nvCxnSpPr>
              <p:cNvPr id="933" name="Google Shape;933;p40"/>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934" name="Google Shape;934;p40"/>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US" u="sng" dirty="0"/>
              <a:t>What are Arrays?</a:t>
            </a:r>
            <a:br>
              <a:rPr lang="ar-YE" dirty="0"/>
            </a:br>
            <a:br>
              <a:rPr lang="en-US" dirty="0"/>
            </a:br>
            <a:endParaRPr dirty="0"/>
          </a:p>
        </p:txBody>
      </p:sp>
      <p:sp>
        <p:nvSpPr>
          <p:cNvPr id="941" name="Google Shape;941;p41"/>
          <p:cNvSpPr txBox="1">
            <a:spLocks noGrp="1"/>
          </p:cNvSpPr>
          <p:nvPr>
            <p:ph type="subTitle" idx="2"/>
          </p:nvPr>
        </p:nvSpPr>
        <p:spPr>
          <a:xfrm>
            <a:off x="1036320" y="1667625"/>
            <a:ext cx="7193280" cy="2103600"/>
          </a:xfrm>
          <a:prstGeom prst="rect">
            <a:avLst/>
          </a:prstGeom>
        </p:spPr>
        <p:txBody>
          <a:bodyPr spcFirstLastPara="1" wrap="square" lIns="91425" tIns="91425" rIns="91425" bIns="91425" anchor="t" anchorCtr="0">
            <a:noAutofit/>
          </a:bodyPr>
          <a:lstStyle/>
          <a:p>
            <a:pPr marL="171450" lvl="0" indent="-171450" algn="just">
              <a:lnSpc>
                <a:spcPct val="150000"/>
              </a:lnSpc>
              <a:buFont typeface="Wingdings" panose="05000000000000000000" pitchFamily="2" charset="2"/>
              <a:buChar char="§"/>
            </a:pPr>
            <a:r>
              <a:rPr lang="en-US" b="1" dirty="0"/>
              <a:t>An array data structure is a fundamental concept in computer science that stores a collection of elements in a contiguous block of memory.</a:t>
            </a:r>
          </a:p>
          <a:p>
            <a:pPr marL="0" lvl="0" indent="0" algn="just">
              <a:lnSpc>
                <a:spcPct val="150000"/>
              </a:lnSpc>
            </a:pPr>
            <a:endParaRPr lang="en-US" b="1" dirty="0"/>
          </a:p>
          <a:p>
            <a:pPr marL="171450" lvl="0" indent="-171450" algn="just">
              <a:lnSpc>
                <a:spcPct val="150000"/>
              </a:lnSpc>
              <a:buFont typeface="Wingdings" panose="05000000000000000000" pitchFamily="2" charset="2"/>
              <a:buChar char="§"/>
            </a:pPr>
            <a:r>
              <a:rPr lang="en-US" b="1" dirty="0"/>
              <a:t>Array is a linear data structure that stores a collection of items of same data type in contiguous memory locations. Each item in an array is indexed starting with 0. We can directly access an array element by using its index value.</a:t>
            </a:r>
          </a:p>
          <a:p>
            <a:pPr marL="171450" lvl="0" indent="-171450" algn="just">
              <a:lnSpc>
                <a:spcPct val="150000"/>
              </a:lnSpc>
              <a:buFont typeface="Wingdings" panose="05000000000000000000" pitchFamily="2" charset="2"/>
              <a:buChar char="§"/>
            </a:pPr>
            <a:endParaRPr lang="en-US"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US" u="sng" dirty="0"/>
              <a:t>What are Arrays?</a:t>
            </a:r>
            <a:br>
              <a:rPr lang="ar-YE" dirty="0"/>
            </a:br>
            <a:br>
              <a:rPr lang="en-US" dirty="0"/>
            </a:br>
            <a:endParaRPr dirty="0"/>
          </a:p>
        </p:txBody>
      </p:sp>
      <p:pic>
        <p:nvPicPr>
          <p:cNvPr id="2" name="صورة 1"/>
          <p:cNvPicPr>
            <a:picLocks noChangeAspect="1"/>
          </p:cNvPicPr>
          <p:nvPr/>
        </p:nvPicPr>
        <p:blipFill>
          <a:blip r:embed="rId3"/>
          <a:stretch>
            <a:fillRect/>
          </a:stretch>
        </p:blipFill>
        <p:spPr>
          <a:xfrm>
            <a:off x="1924594" y="1391740"/>
            <a:ext cx="5294812" cy="2030731"/>
          </a:xfrm>
          <a:prstGeom prst="rect">
            <a:avLst/>
          </a:prstGeom>
        </p:spPr>
      </p:pic>
    </p:spTree>
    <p:extLst>
      <p:ext uri="{BB962C8B-B14F-4D97-AF65-F5344CB8AC3E}">
        <p14:creationId xmlns:p14="http://schemas.microsoft.com/office/powerpoint/2010/main" val="3196551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r>
              <a:rPr lang="en-US" u="sng" dirty="0"/>
              <a:t>What are Arrays?</a:t>
            </a:r>
            <a:br>
              <a:rPr lang="ar-YE" dirty="0"/>
            </a:br>
            <a:br>
              <a:rPr lang="en-US" dirty="0"/>
            </a:br>
            <a:endParaRPr dirty="0"/>
          </a:p>
        </p:txBody>
      </p:sp>
      <p:pic>
        <p:nvPicPr>
          <p:cNvPr id="3" name="صورة 2"/>
          <p:cNvPicPr>
            <a:picLocks noChangeAspect="1"/>
          </p:cNvPicPr>
          <p:nvPr/>
        </p:nvPicPr>
        <p:blipFill>
          <a:blip r:embed="rId3"/>
          <a:stretch>
            <a:fillRect/>
          </a:stretch>
        </p:blipFill>
        <p:spPr>
          <a:xfrm>
            <a:off x="1686769" y="1017725"/>
            <a:ext cx="5968065" cy="3188290"/>
          </a:xfrm>
          <a:prstGeom prst="rect">
            <a:avLst/>
          </a:prstGeom>
        </p:spPr>
      </p:pic>
    </p:spTree>
    <p:extLst>
      <p:ext uri="{BB962C8B-B14F-4D97-AF65-F5344CB8AC3E}">
        <p14:creationId xmlns:p14="http://schemas.microsoft.com/office/powerpoint/2010/main" val="3290186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40"/>
          <p:cNvSpPr txBox="1">
            <a:spLocks noGrp="1"/>
          </p:cNvSpPr>
          <p:nvPr>
            <p:ph type="title"/>
          </p:nvPr>
        </p:nvSpPr>
        <p:spPr>
          <a:xfrm>
            <a:off x="2085024" y="1564950"/>
            <a:ext cx="6971889" cy="1511400"/>
          </a:xfrm>
          <a:prstGeom prst="rect">
            <a:avLst/>
          </a:prstGeom>
        </p:spPr>
        <p:txBody>
          <a:bodyPr spcFirstLastPara="1" wrap="square" lIns="91425" tIns="91425" rIns="91425" bIns="91425" anchor="ctr" anchorCtr="0">
            <a:noAutofit/>
          </a:bodyPr>
          <a:lstStyle/>
          <a:p>
            <a:pPr lvl="0"/>
            <a:r>
              <a:rPr lang="en-US" sz="3200" dirty="0"/>
              <a:t>Arrays Operations</a:t>
            </a:r>
          </a:p>
        </p:txBody>
      </p:sp>
      <p:sp>
        <p:nvSpPr>
          <p:cNvPr id="915" name="Google Shape;915;p40"/>
          <p:cNvSpPr txBox="1">
            <a:spLocks noGrp="1"/>
          </p:cNvSpPr>
          <p:nvPr>
            <p:ph type="title" idx="2"/>
          </p:nvPr>
        </p:nvSpPr>
        <p:spPr>
          <a:xfrm>
            <a:off x="1050075" y="1564950"/>
            <a:ext cx="969000" cy="151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grpSp>
        <p:nvGrpSpPr>
          <p:cNvPr id="916" name="Google Shape;916;p40"/>
          <p:cNvGrpSpPr/>
          <p:nvPr/>
        </p:nvGrpSpPr>
        <p:grpSpPr>
          <a:xfrm flipH="1">
            <a:off x="6775879" y="3868746"/>
            <a:ext cx="3599787" cy="1044104"/>
            <a:chOff x="-1431671" y="656496"/>
            <a:chExt cx="3599787" cy="1044104"/>
          </a:xfrm>
        </p:grpSpPr>
        <p:grpSp>
          <p:nvGrpSpPr>
            <p:cNvPr id="917" name="Google Shape;917;p40"/>
            <p:cNvGrpSpPr/>
            <p:nvPr/>
          </p:nvGrpSpPr>
          <p:grpSpPr>
            <a:xfrm>
              <a:off x="-368508" y="1432892"/>
              <a:ext cx="1567047" cy="45661"/>
              <a:chOff x="1754675" y="2661275"/>
              <a:chExt cx="1945675" cy="56700"/>
            </a:xfrm>
          </p:grpSpPr>
          <p:cxnSp>
            <p:nvCxnSpPr>
              <p:cNvPr id="918" name="Google Shape;918;p40"/>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919" name="Google Shape;919;p40"/>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0" name="Google Shape;920;p40"/>
            <p:cNvGrpSpPr/>
            <p:nvPr/>
          </p:nvGrpSpPr>
          <p:grpSpPr>
            <a:xfrm>
              <a:off x="-766480" y="1564412"/>
              <a:ext cx="1561280" cy="136187"/>
              <a:chOff x="1754675" y="2824000"/>
              <a:chExt cx="4728285" cy="412439"/>
            </a:xfrm>
          </p:grpSpPr>
          <p:sp>
            <p:nvSpPr>
              <p:cNvPr id="921" name="Google Shape;921;p40"/>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922" name="Google Shape;922;p40"/>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3" name="Google Shape;923;p40"/>
            <p:cNvGrpSpPr/>
            <p:nvPr/>
          </p:nvGrpSpPr>
          <p:grpSpPr>
            <a:xfrm>
              <a:off x="-1431671" y="1201087"/>
              <a:ext cx="3070084" cy="102364"/>
              <a:chOff x="1779150" y="2604263"/>
              <a:chExt cx="3811875" cy="127113"/>
            </a:xfrm>
          </p:grpSpPr>
          <p:sp>
            <p:nvSpPr>
              <p:cNvPr id="924" name="Google Shape;924;p40"/>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925" name="Google Shape;925;p40"/>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40"/>
            <p:cNvGrpSpPr/>
            <p:nvPr/>
          </p:nvGrpSpPr>
          <p:grpSpPr>
            <a:xfrm>
              <a:off x="-856941" y="773805"/>
              <a:ext cx="2877996" cy="223763"/>
              <a:chOff x="1748550" y="2064750"/>
              <a:chExt cx="3573375" cy="277863"/>
            </a:xfrm>
          </p:grpSpPr>
          <p:sp>
            <p:nvSpPr>
              <p:cNvPr id="927" name="Google Shape;927;p40"/>
              <p:cNvSpPr/>
              <p:nvPr/>
            </p:nvSpPr>
            <p:spPr>
              <a:xfrm>
                <a:off x="1748550" y="2064750"/>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928" name="Google Shape;928;p40"/>
              <p:cNvSpPr/>
              <p:nvPr/>
            </p:nvSpPr>
            <p:spPr>
              <a:xfrm>
                <a:off x="5265225" y="228591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40"/>
            <p:cNvGrpSpPr/>
            <p:nvPr/>
          </p:nvGrpSpPr>
          <p:grpSpPr>
            <a:xfrm>
              <a:off x="-856882" y="656496"/>
              <a:ext cx="2430997" cy="185534"/>
              <a:chOff x="1748547" y="1392116"/>
              <a:chExt cx="5911958" cy="451312"/>
            </a:xfrm>
          </p:grpSpPr>
          <p:sp>
            <p:nvSpPr>
              <p:cNvPr id="930" name="Google Shape;930;p40"/>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sp>
            <p:nvSpPr>
              <p:cNvPr id="931" name="Google Shape;931;p40"/>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2" name="Google Shape;932;p40"/>
            <p:cNvGrpSpPr/>
            <p:nvPr/>
          </p:nvGrpSpPr>
          <p:grpSpPr>
            <a:xfrm>
              <a:off x="-842187" y="1064790"/>
              <a:ext cx="3010303" cy="45661"/>
              <a:chOff x="1766900" y="2869225"/>
              <a:chExt cx="3737650" cy="56700"/>
            </a:xfrm>
          </p:grpSpPr>
          <p:cxnSp>
            <p:nvCxnSpPr>
              <p:cNvPr id="933" name="Google Shape;933;p40"/>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934" name="Google Shape;934;p40"/>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1696590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a:t>Arrays Operations</a:t>
            </a:r>
          </a:p>
        </p:txBody>
      </p:sp>
      <p:sp>
        <p:nvSpPr>
          <p:cNvPr id="941" name="Google Shape;941;p41"/>
          <p:cNvSpPr txBox="1">
            <a:spLocks noGrp="1"/>
          </p:cNvSpPr>
          <p:nvPr>
            <p:ph type="subTitle" idx="2"/>
          </p:nvPr>
        </p:nvSpPr>
        <p:spPr>
          <a:xfrm>
            <a:off x="1036320" y="1667625"/>
            <a:ext cx="7193280" cy="1720009"/>
          </a:xfrm>
          <a:prstGeom prst="rect">
            <a:avLst/>
          </a:prstGeom>
        </p:spPr>
        <p:txBody>
          <a:bodyPr spcFirstLastPara="1" wrap="square" lIns="91425" tIns="91425" rIns="91425" bIns="91425" anchor="t" anchorCtr="0">
            <a:noAutofit/>
          </a:bodyPr>
          <a:lstStyle/>
          <a:p>
            <a:pPr marL="171450" lvl="0" indent="-171450" algn="just">
              <a:lnSpc>
                <a:spcPct val="150000"/>
              </a:lnSpc>
              <a:buFont typeface="Wingdings" panose="05000000000000000000" pitchFamily="2" charset="2"/>
              <a:buChar char="§"/>
            </a:pPr>
            <a:r>
              <a:rPr lang="en-US" b="1" dirty="0">
                <a:solidFill>
                  <a:srgbClr val="C00000"/>
                </a:solidFill>
              </a:rPr>
              <a:t>Traversal</a:t>
            </a:r>
            <a:r>
              <a:rPr lang="en-US" b="1" dirty="0">
                <a:solidFill>
                  <a:schemeClr val="tx1"/>
                </a:solidFill>
              </a:rPr>
              <a:t>: Visiting each element of an array in a specific order (e.g., sequential, reverse).</a:t>
            </a:r>
          </a:p>
          <a:p>
            <a:pPr marL="171450" lvl="0" indent="-171450" algn="just">
              <a:lnSpc>
                <a:spcPct val="150000"/>
              </a:lnSpc>
              <a:buFont typeface="Wingdings" panose="05000000000000000000" pitchFamily="2" charset="2"/>
              <a:buChar char="§"/>
            </a:pPr>
            <a:r>
              <a:rPr lang="en-US" b="1" dirty="0">
                <a:solidFill>
                  <a:srgbClr val="C00000"/>
                </a:solidFill>
              </a:rPr>
              <a:t>Insertion</a:t>
            </a:r>
            <a:r>
              <a:rPr lang="en-US" b="1" dirty="0">
                <a:solidFill>
                  <a:schemeClr val="tx1"/>
                </a:solidFill>
              </a:rPr>
              <a:t>: Adding a new element to an array at a specific index.</a:t>
            </a:r>
          </a:p>
          <a:p>
            <a:pPr marL="171450" lvl="0" indent="-171450" algn="just">
              <a:lnSpc>
                <a:spcPct val="150000"/>
              </a:lnSpc>
              <a:buFont typeface="Wingdings" panose="05000000000000000000" pitchFamily="2" charset="2"/>
              <a:buChar char="§"/>
            </a:pPr>
            <a:r>
              <a:rPr lang="en-US" b="1" dirty="0">
                <a:solidFill>
                  <a:srgbClr val="C00000"/>
                </a:solidFill>
              </a:rPr>
              <a:t>Deletion</a:t>
            </a:r>
            <a:r>
              <a:rPr lang="en-US" b="1" dirty="0">
                <a:solidFill>
                  <a:schemeClr val="tx1"/>
                </a:solidFill>
              </a:rPr>
              <a:t>: Removing an element from an array at a specific index.</a:t>
            </a:r>
          </a:p>
          <a:p>
            <a:pPr marL="171450" lvl="0" indent="-171450" algn="just">
              <a:lnSpc>
                <a:spcPct val="150000"/>
              </a:lnSpc>
              <a:buFont typeface="Wingdings" panose="05000000000000000000" pitchFamily="2" charset="2"/>
              <a:buChar char="§"/>
            </a:pPr>
            <a:r>
              <a:rPr lang="en-US" b="1" dirty="0">
                <a:solidFill>
                  <a:srgbClr val="C00000"/>
                </a:solidFill>
              </a:rPr>
              <a:t>Searching</a:t>
            </a:r>
            <a:r>
              <a:rPr lang="en-US" b="1" dirty="0">
                <a:solidFill>
                  <a:schemeClr val="tx1"/>
                </a:solidFill>
              </a:rPr>
              <a:t>: Finding the index of an element in an array.</a:t>
            </a:r>
            <a:endParaRPr b="1" dirty="0">
              <a:solidFill>
                <a:schemeClr val="tx1"/>
              </a:solidFill>
            </a:endParaRPr>
          </a:p>
        </p:txBody>
      </p:sp>
    </p:spTree>
    <p:extLst>
      <p:ext uri="{BB962C8B-B14F-4D97-AF65-F5344CB8AC3E}">
        <p14:creationId xmlns:p14="http://schemas.microsoft.com/office/powerpoint/2010/main" val="902860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40"/>
          <p:cNvSpPr txBox="1">
            <a:spLocks noGrp="1"/>
          </p:cNvSpPr>
          <p:nvPr>
            <p:ph type="title"/>
          </p:nvPr>
        </p:nvSpPr>
        <p:spPr>
          <a:xfrm>
            <a:off x="2085024" y="1564950"/>
            <a:ext cx="6971889" cy="1511400"/>
          </a:xfrm>
          <a:prstGeom prst="rect">
            <a:avLst/>
          </a:prstGeom>
        </p:spPr>
        <p:txBody>
          <a:bodyPr spcFirstLastPara="1" wrap="square" lIns="91425" tIns="91425" rIns="91425" bIns="91425" anchor="ctr" anchorCtr="0">
            <a:noAutofit/>
          </a:bodyPr>
          <a:lstStyle/>
          <a:p>
            <a:pPr lvl="0"/>
            <a:r>
              <a:rPr lang="en-US" sz="3200" dirty="0"/>
              <a:t>Binary Search.</a:t>
            </a:r>
          </a:p>
        </p:txBody>
      </p:sp>
      <p:sp>
        <p:nvSpPr>
          <p:cNvPr id="915" name="Google Shape;915;p40"/>
          <p:cNvSpPr txBox="1">
            <a:spLocks noGrp="1"/>
          </p:cNvSpPr>
          <p:nvPr>
            <p:ph type="title" idx="2"/>
          </p:nvPr>
        </p:nvSpPr>
        <p:spPr>
          <a:xfrm>
            <a:off x="1050075" y="1564950"/>
            <a:ext cx="969000" cy="151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grpSp>
        <p:nvGrpSpPr>
          <p:cNvPr id="916" name="Google Shape;916;p40"/>
          <p:cNvGrpSpPr/>
          <p:nvPr/>
        </p:nvGrpSpPr>
        <p:grpSpPr>
          <a:xfrm flipH="1">
            <a:off x="6775879" y="3868746"/>
            <a:ext cx="3599787" cy="1044104"/>
            <a:chOff x="-1431671" y="656496"/>
            <a:chExt cx="3599787" cy="1044104"/>
          </a:xfrm>
        </p:grpSpPr>
        <p:grpSp>
          <p:nvGrpSpPr>
            <p:cNvPr id="917" name="Google Shape;917;p40"/>
            <p:cNvGrpSpPr/>
            <p:nvPr/>
          </p:nvGrpSpPr>
          <p:grpSpPr>
            <a:xfrm>
              <a:off x="-368508" y="1432892"/>
              <a:ext cx="1567047" cy="45661"/>
              <a:chOff x="1754675" y="2661275"/>
              <a:chExt cx="1945675" cy="56700"/>
            </a:xfrm>
          </p:grpSpPr>
          <p:cxnSp>
            <p:nvCxnSpPr>
              <p:cNvPr id="918" name="Google Shape;918;p40"/>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919" name="Google Shape;919;p40"/>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0" name="Google Shape;920;p40"/>
            <p:cNvGrpSpPr/>
            <p:nvPr/>
          </p:nvGrpSpPr>
          <p:grpSpPr>
            <a:xfrm>
              <a:off x="-766480" y="1564412"/>
              <a:ext cx="1561280" cy="136187"/>
              <a:chOff x="1754675" y="2824000"/>
              <a:chExt cx="4728285" cy="412439"/>
            </a:xfrm>
          </p:grpSpPr>
          <p:sp>
            <p:nvSpPr>
              <p:cNvPr id="921" name="Google Shape;921;p40"/>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922" name="Google Shape;922;p40"/>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3" name="Google Shape;923;p40"/>
            <p:cNvGrpSpPr/>
            <p:nvPr/>
          </p:nvGrpSpPr>
          <p:grpSpPr>
            <a:xfrm>
              <a:off x="-1431671" y="1201087"/>
              <a:ext cx="3070084" cy="102364"/>
              <a:chOff x="1779150" y="2604263"/>
              <a:chExt cx="3811875" cy="127113"/>
            </a:xfrm>
          </p:grpSpPr>
          <p:sp>
            <p:nvSpPr>
              <p:cNvPr id="924" name="Google Shape;924;p40"/>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925" name="Google Shape;925;p40"/>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40"/>
            <p:cNvGrpSpPr/>
            <p:nvPr/>
          </p:nvGrpSpPr>
          <p:grpSpPr>
            <a:xfrm>
              <a:off x="-856941" y="773805"/>
              <a:ext cx="2877996" cy="223763"/>
              <a:chOff x="1748550" y="2064750"/>
              <a:chExt cx="3573375" cy="277863"/>
            </a:xfrm>
          </p:grpSpPr>
          <p:sp>
            <p:nvSpPr>
              <p:cNvPr id="927" name="Google Shape;927;p40"/>
              <p:cNvSpPr/>
              <p:nvPr/>
            </p:nvSpPr>
            <p:spPr>
              <a:xfrm>
                <a:off x="1748550" y="2064750"/>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928" name="Google Shape;928;p40"/>
              <p:cNvSpPr/>
              <p:nvPr/>
            </p:nvSpPr>
            <p:spPr>
              <a:xfrm>
                <a:off x="5265225" y="228591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40"/>
            <p:cNvGrpSpPr/>
            <p:nvPr/>
          </p:nvGrpSpPr>
          <p:grpSpPr>
            <a:xfrm>
              <a:off x="-856882" y="656496"/>
              <a:ext cx="2430997" cy="185534"/>
              <a:chOff x="1748547" y="1392116"/>
              <a:chExt cx="5911958" cy="451312"/>
            </a:xfrm>
          </p:grpSpPr>
          <p:sp>
            <p:nvSpPr>
              <p:cNvPr id="930" name="Google Shape;930;p40"/>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sp>
            <p:nvSpPr>
              <p:cNvPr id="931" name="Google Shape;931;p40"/>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2" name="Google Shape;932;p40"/>
            <p:cNvGrpSpPr/>
            <p:nvPr/>
          </p:nvGrpSpPr>
          <p:grpSpPr>
            <a:xfrm>
              <a:off x="-842187" y="1064790"/>
              <a:ext cx="3010303" cy="45661"/>
              <a:chOff x="1766900" y="2869225"/>
              <a:chExt cx="3737650" cy="56700"/>
            </a:xfrm>
          </p:grpSpPr>
          <p:cxnSp>
            <p:nvCxnSpPr>
              <p:cNvPr id="933" name="Google Shape;933;p40"/>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934" name="Google Shape;934;p40"/>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3416931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a:t>Binary Search</a:t>
            </a:r>
          </a:p>
        </p:txBody>
      </p:sp>
      <p:sp>
        <p:nvSpPr>
          <p:cNvPr id="941" name="Google Shape;941;p41"/>
          <p:cNvSpPr txBox="1">
            <a:spLocks noGrp="1"/>
          </p:cNvSpPr>
          <p:nvPr>
            <p:ph type="subTitle" idx="2"/>
          </p:nvPr>
        </p:nvSpPr>
        <p:spPr>
          <a:xfrm>
            <a:off x="1097280" y="1197362"/>
            <a:ext cx="7193280" cy="2347028"/>
          </a:xfrm>
          <a:prstGeom prst="rect">
            <a:avLst/>
          </a:prstGeom>
        </p:spPr>
        <p:txBody>
          <a:bodyPr spcFirstLastPara="1" wrap="square" lIns="91425" tIns="91425" rIns="91425" bIns="91425" anchor="t" anchorCtr="0">
            <a:noAutofit/>
          </a:bodyPr>
          <a:lstStyle/>
          <a:p>
            <a:pPr marL="171450" lvl="0" indent="-171450" algn="just">
              <a:lnSpc>
                <a:spcPct val="150000"/>
              </a:lnSpc>
              <a:buFont typeface="Arial" panose="020B0604020202020204" pitchFamily="34" charset="0"/>
              <a:buChar char="•"/>
            </a:pPr>
            <a:r>
              <a:rPr lang="en-US" b="1" dirty="0"/>
              <a:t>Binary search is the search technique that works efficiently on sorted lists. Hence, to search an element into some list using the binary search technique, we must ensure that the list is sorted.</a:t>
            </a:r>
          </a:p>
          <a:p>
            <a:pPr marL="0" lvl="0" indent="0" algn="just">
              <a:lnSpc>
                <a:spcPct val="150000"/>
              </a:lnSpc>
            </a:pPr>
            <a:endParaRPr lang="en-US" b="1" dirty="0"/>
          </a:p>
          <a:p>
            <a:pPr marL="171450" lvl="0" indent="-171450" algn="just">
              <a:lnSpc>
                <a:spcPct val="150000"/>
              </a:lnSpc>
              <a:buFont typeface="Arial" panose="020B0604020202020204" pitchFamily="34" charset="0"/>
              <a:buChar char="•"/>
            </a:pPr>
            <a:r>
              <a:rPr lang="en-US" b="1" dirty="0"/>
              <a:t>Binary search follows the divide and conquer approach in which the list is divided into two halves, and the item is compared with the middle element of the list. If the match is found then, the location of the middle element is returned. Otherwise, we search into either of the halves depending upon the result produced through the match.</a:t>
            </a:r>
          </a:p>
          <a:p>
            <a:pPr marL="171450" lvl="0" indent="-171450" algn="just">
              <a:lnSpc>
                <a:spcPct val="150000"/>
              </a:lnSpc>
              <a:buFont typeface="Arial" panose="020B0604020202020204" pitchFamily="34" charset="0"/>
              <a:buChar char="•"/>
            </a:pPr>
            <a:endParaRPr lang="en-US" b="1" dirty="0"/>
          </a:p>
          <a:p>
            <a:pPr marL="0" lvl="0" indent="0" algn="just">
              <a:lnSpc>
                <a:spcPct val="150000"/>
              </a:lnSpc>
            </a:pPr>
            <a:endParaRPr lang="en-US" dirty="0"/>
          </a:p>
          <a:p>
            <a:pPr marL="0" lvl="0" indent="0" algn="just">
              <a:lnSpc>
                <a:spcPct val="150000"/>
              </a:lnSpc>
            </a:pPr>
            <a:endParaRPr dirty="0"/>
          </a:p>
        </p:txBody>
      </p:sp>
    </p:spTree>
    <p:extLst>
      <p:ext uri="{BB962C8B-B14F-4D97-AF65-F5344CB8AC3E}">
        <p14:creationId xmlns:p14="http://schemas.microsoft.com/office/powerpoint/2010/main" val="4294703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a:t>Binary Search</a:t>
            </a:r>
          </a:p>
        </p:txBody>
      </p:sp>
      <p:pic>
        <p:nvPicPr>
          <p:cNvPr id="5" name="Picture 2" descr="Binary-Searc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3687" y="1247605"/>
            <a:ext cx="6196625" cy="2912414"/>
          </a:xfrm>
          <a:prstGeom prst="rect">
            <a:avLst/>
          </a:prstGeom>
          <a:noFill/>
          <a:extLst>
            <a:ext uri="{909E8E84-426E-40DD-AFC4-6F175D3DCCD1}">
              <a14:hiddenFill xmlns:a14="http://schemas.microsoft.com/office/drawing/2010/main">
                <a:solidFill>
                  <a:srgbClr val="FFFFFF"/>
                </a:solidFill>
              </a14:hiddenFill>
            </a:ext>
          </a:extLst>
        </p:spPr>
      </p:pic>
      <p:sp>
        <p:nvSpPr>
          <p:cNvPr id="2" name="مستطيل 1"/>
          <p:cNvSpPr/>
          <p:nvPr/>
        </p:nvSpPr>
        <p:spPr>
          <a:xfrm>
            <a:off x="7003701" y="1346479"/>
            <a:ext cx="512466" cy="200967"/>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YE"/>
          </a:p>
        </p:txBody>
      </p:sp>
    </p:spTree>
    <p:extLst>
      <p:ext uri="{BB962C8B-B14F-4D97-AF65-F5344CB8AC3E}">
        <p14:creationId xmlns:p14="http://schemas.microsoft.com/office/powerpoint/2010/main" val="2526516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40"/>
          <p:cNvSpPr txBox="1">
            <a:spLocks noGrp="1"/>
          </p:cNvSpPr>
          <p:nvPr>
            <p:ph type="title"/>
          </p:nvPr>
        </p:nvSpPr>
        <p:spPr>
          <a:xfrm>
            <a:off x="2085024" y="1564950"/>
            <a:ext cx="6971889" cy="1511400"/>
          </a:xfrm>
          <a:prstGeom prst="rect">
            <a:avLst/>
          </a:prstGeom>
        </p:spPr>
        <p:txBody>
          <a:bodyPr spcFirstLastPara="1" wrap="square" lIns="91425" tIns="91425" rIns="91425" bIns="91425" anchor="ctr" anchorCtr="0">
            <a:noAutofit/>
          </a:bodyPr>
          <a:lstStyle/>
          <a:p>
            <a:pPr lvl="0"/>
            <a:r>
              <a:rPr lang="en-US" sz="3200" dirty="0"/>
              <a:t>Linear Search.</a:t>
            </a:r>
          </a:p>
        </p:txBody>
      </p:sp>
      <p:sp>
        <p:nvSpPr>
          <p:cNvPr id="915" name="Google Shape;915;p40"/>
          <p:cNvSpPr txBox="1">
            <a:spLocks noGrp="1"/>
          </p:cNvSpPr>
          <p:nvPr>
            <p:ph type="title" idx="2"/>
          </p:nvPr>
        </p:nvSpPr>
        <p:spPr>
          <a:xfrm>
            <a:off x="1050075" y="1564950"/>
            <a:ext cx="969000" cy="1511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grpSp>
        <p:nvGrpSpPr>
          <p:cNvPr id="916" name="Google Shape;916;p40"/>
          <p:cNvGrpSpPr/>
          <p:nvPr/>
        </p:nvGrpSpPr>
        <p:grpSpPr>
          <a:xfrm flipH="1">
            <a:off x="6775879" y="3868746"/>
            <a:ext cx="3599787" cy="1044104"/>
            <a:chOff x="-1431671" y="656496"/>
            <a:chExt cx="3599787" cy="1044104"/>
          </a:xfrm>
        </p:grpSpPr>
        <p:grpSp>
          <p:nvGrpSpPr>
            <p:cNvPr id="917" name="Google Shape;917;p40"/>
            <p:cNvGrpSpPr/>
            <p:nvPr/>
          </p:nvGrpSpPr>
          <p:grpSpPr>
            <a:xfrm>
              <a:off x="-368508" y="1432892"/>
              <a:ext cx="1567047" cy="45661"/>
              <a:chOff x="1754675" y="2661275"/>
              <a:chExt cx="1945675" cy="56700"/>
            </a:xfrm>
          </p:grpSpPr>
          <p:cxnSp>
            <p:nvCxnSpPr>
              <p:cNvPr id="918" name="Google Shape;918;p40"/>
              <p:cNvCxnSpPr/>
              <p:nvPr/>
            </p:nvCxnSpPr>
            <p:spPr>
              <a:xfrm>
                <a:off x="1754675" y="2689625"/>
                <a:ext cx="1896000" cy="0"/>
              </a:xfrm>
              <a:prstGeom prst="straightConnector1">
                <a:avLst/>
              </a:prstGeom>
              <a:noFill/>
              <a:ln w="9525" cap="flat" cmpd="sng">
                <a:solidFill>
                  <a:schemeClr val="dk1"/>
                </a:solidFill>
                <a:prstDash val="solid"/>
                <a:round/>
                <a:headEnd type="none" w="med" len="med"/>
                <a:tailEnd type="none" w="med" len="med"/>
              </a:ln>
            </p:spPr>
          </p:cxnSp>
          <p:sp>
            <p:nvSpPr>
              <p:cNvPr id="919" name="Google Shape;919;p40"/>
              <p:cNvSpPr/>
              <p:nvPr/>
            </p:nvSpPr>
            <p:spPr>
              <a:xfrm>
                <a:off x="3643650" y="266127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0" name="Google Shape;920;p40"/>
            <p:cNvGrpSpPr/>
            <p:nvPr/>
          </p:nvGrpSpPr>
          <p:grpSpPr>
            <a:xfrm>
              <a:off x="-766480" y="1564412"/>
              <a:ext cx="1561280" cy="136187"/>
              <a:chOff x="1754675" y="2824000"/>
              <a:chExt cx="4728285" cy="412439"/>
            </a:xfrm>
          </p:grpSpPr>
          <p:sp>
            <p:nvSpPr>
              <p:cNvPr id="921" name="Google Shape;921;p40"/>
              <p:cNvSpPr/>
              <p:nvPr/>
            </p:nvSpPr>
            <p:spPr>
              <a:xfrm>
                <a:off x="1754675" y="2824000"/>
                <a:ext cx="4593868" cy="355100"/>
              </a:xfrm>
              <a:custGeom>
                <a:avLst/>
                <a:gdLst/>
                <a:ahLst/>
                <a:cxnLst/>
                <a:rect l="l" t="t" r="r" b="b"/>
                <a:pathLst>
                  <a:path w="77550" h="5994" extrusionOk="0">
                    <a:moveTo>
                      <a:pt x="0" y="0"/>
                    </a:moveTo>
                    <a:lnTo>
                      <a:pt x="59202" y="0"/>
                    </a:lnTo>
                    <a:lnTo>
                      <a:pt x="65196" y="5994"/>
                    </a:lnTo>
                    <a:lnTo>
                      <a:pt x="77550" y="5994"/>
                    </a:lnTo>
                  </a:path>
                </a:pathLst>
              </a:custGeom>
              <a:noFill/>
              <a:ln w="9525" cap="flat" cmpd="sng">
                <a:solidFill>
                  <a:schemeClr val="dk1"/>
                </a:solidFill>
                <a:prstDash val="solid"/>
                <a:round/>
                <a:headEnd type="none" w="med" len="med"/>
                <a:tailEnd type="none" w="med" len="med"/>
              </a:ln>
            </p:spPr>
          </p:sp>
          <p:sp>
            <p:nvSpPr>
              <p:cNvPr id="922" name="Google Shape;922;p40"/>
              <p:cNvSpPr/>
              <p:nvPr/>
            </p:nvSpPr>
            <p:spPr>
              <a:xfrm>
                <a:off x="6348560" y="3102039"/>
                <a:ext cx="134400" cy="1344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3" name="Google Shape;923;p40"/>
            <p:cNvGrpSpPr/>
            <p:nvPr/>
          </p:nvGrpSpPr>
          <p:grpSpPr>
            <a:xfrm>
              <a:off x="-1431671" y="1201087"/>
              <a:ext cx="3070084" cy="102364"/>
              <a:chOff x="1779150" y="2604263"/>
              <a:chExt cx="3811875" cy="127113"/>
            </a:xfrm>
          </p:grpSpPr>
          <p:sp>
            <p:nvSpPr>
              <p:cNvPr id="924" name="Google Shape;924;p40"/>
              <p:cNvSpPr/>
              <p:nvPr/>
            </p:nvSpPr>
            <p:spPr>
              <a:xfrm>
                <a:off x="1779150" y="2630450"/>
                <a:ext cx="3755175" cy="100925"/>
              </a:xfrm>
              <a:custGeom>
                <a:avLst/>
                <a:gdLst/>
                <a:ahLst/>
                <a:cxnLst/>
                <a:rect l="l" t="t" r="r" b="b"/>
                <a:pathLst>
                  <a:path w="150207" h="4037" extrusionOk="0">
                    <a:moveTo>
                      <a:pt x="0" y="4037"/>
                    </a:moveTo>
                    <a:lnTo>
                      <a:pt x="83176" y="4037"/>
                    </a:lnTo>
                    <a:lnTo>
                      <a:pt x="87213" y="0"/>
                    </a:lnTo>
                    <a:lnTo>
                      <a:pt x="150207" y="0"/>
                    </a:lnTo>
                  </a:path>
                </a:pathLst>
              </a:custGeom>
              <a:noFill/>
              <a:ln w="9525" cap="flat" cmpd="sng">
                <a:solidFill>
                  <a:schemeClr val="dk1"/>
                </a:solidFill>
                <a:prstDash val="solid"/>
                <a:round/>
                <a:headEnd type="none" w="med" len="med"/>
                <a:tailEnd type="none" w="med" len="med"/>
              </a:ln>
            </p:spPr>
          </p:sp>
          <p:sp>
            <p:nvSpPr>
              <p:cNvPr id="925" name="Google Shape;925;p40"/>
              <p:cNvSpPr/>
              <p:nvPr/>
            </p:nvSpPr>
            <p:spPr>
              <a:xfrm>
                <a:off x="5534325" y="260426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40"/>
            <p:cNvGrpSpPr/>
            <p:nvPr/>
          </p:nvGrpSpPr>
          <p:grpSpPr>
            <a:xfrm>
              <a:off x="-856941" y="773805"/>
              <a:ext cx="2877996" cy="223763"/>
              <a:chOff x="1748550" y="2064750"/>
              <a:chExt cx="3573375" cy="277863"/>
            </a:xfrm>
          </p:grpSpPr>
          <p:sp>
            <p:nvSpPr>
              <p:cNvPr id="927" name="Google Shape;927;p40"/>
              <p:cNvSpPr/>
              <p:nvPr/>
            </p:nvSpPr>
            <p:spPr>
              <a:xfrm>
                <a:off x="1748550" y="2064750"/>
                <a:ext cx="3516675" cy="253825"/>
              </a:xfrm>
              <a:custGeom>
                <a:avLst/>
                <a:gdLst/>
                <a:ahLst/>
                <a:cxnLst/>
                <a:rect l="l" t="t" r="r" b="b"/>
                <a:pathLst>
                  <a:path w="140667" h="10153" extrusionOk="0">
                    <a:moveTo>
                      <a:pt x="0" y="0"/>
                    </a:moveTo>
                    <a:lnTo>
                      <a:pt x="67520" y="0"/>
                    </a:lnTo>
                    <a:lnTo>
                      <a:pt x="77673" y="10153"/>
                    </a:lnTo>
                    <a:lnTo>
                      <a:pt x="140667" y="10153"/>
                    </a:lnTo>
                  </a:path>
                </a:pathLst>
              </a:custGeom>
              <a:noFill/>
              <a:ln w="9525" cap="flat" cmpd="sng">
                <a:solidFill>
                  <a:schemeClr val="dk1"/>
                </a:solidFill>
                <a:prstDash val="solid"/>
                <a:round/>
                <a:headEnd type="none" w="med" len="med"/>
                <a:tailEnd type="none" w="med" len="med"/>
              </a:ln>
            </p:spPr>
          </p:sp>
          <p:sp>
            <p:nvSpPr>
              <p:cNvPr id="928" name="Google Shape;928;p40"/>
              <p:cNvSpPr/>
              <p:nvPr/>
            </p:nvSpPr>
            <p:spPr>
              <a:xfrm>
                <a:off x="5265225" y="2285913"/>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9" name="Google Shape;929;p40"/>
            <p:cNvGrpSpPr/>
            <p:nvPr/>
          </p:nvGrpSpPr>
          <p:grpSpPr>
            <a:xfrm>
              <a:off x="-856882" y="656496"/>
              <a:ext cx="2430997" cy="185534"/>
              <a:chOff x="1748547" y="1392116"/>
              <a:chExt cx="5911958" cy="451312"/>
            </a:xfrm>
          </p:grpSpPr>
          <p:sp>
            <p:nvSpPr>
              <p:cNvPr id="930" name="Google Shape;930;p40"/>
              <p:cNvSpPr/>
              <p:nvPr/>
            </p:nvSpPr>
            <p:spPr>
              <a:xfrm>
                <a:off x="1748547" y="1392116"/>
                <a:ext cx="5793758" cy="395567"/>
              </a:xfrm>
              <a:custGeom>
                <a:avLst/>
                <a:gdLst/>
                <a:ahLst/>
                <a:cxnLst/>
                <a:rect l="l" t="t" r="r" b="b"/>
                <a:pathLst>
                  <a:path w="111066" h="7583" extrusionOk="0">
                    <a:moveTo>
                      <a:pt x="0" y="0"/>
                    </a:moveTo>
                    <a:lnTo>
                      <a:pt x="79263" y="0"/>
                    </a:lnTo>
                    <a:lnTo>
                      <a:pt x="86847" y="7583"/>
                    </a:lnTo>
                    <a:lnTo>
                      <a:pt x="111066" y="7583"/>
                    </a:lnTo>
                  </a:path>
                </a:pathLst>
              </a:custGeom>
              <a:noFill/>
              <a:ln w="9525" cap="flat" cmpd="sng">
                <a:solidFill>
                  <a:schemeClr val="dk1"/>
                </a:solidFill>
                <a:prstDash val="solid"/>
                <a:round/>
                <a:headEnd type="none" w="med" len="med"/>
                <a:tailEnd type="none" w="med" len="med"/>
              </a:ln>
            </p:spPr>
          </p:sp>
          <p:sp>
            <p:nvSpPr>
              <p:cNvPr id="931" name="Google Shape;931;p40"/>
              <p:cNvSpPr/>
              <p:nvPr/>
            </p:nvSpPr>
            <p:spPr>
              <a:xfrm>
                <a:off x="7542305" y="1725228"/>
                <a:ext cx="118200" cy="1182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2" name="Google Shape;932;p40"/>
            <p:cNvGrpSpPr/>
            <p:nvPr/>
          </p:nvGrpSpPr>
          <p:grpSpPr>
            <a:xfrm>
              <a:off x="-842187" y="1064790"/>
              <a:ext cx="3010303" cy="45661"/>
              <a:chOff x="1766900" y="2869225"/>
              <a:chExt cx="3737650" cy="56700"/>
            </a:xfrm>
          </p:grpSpPr>
          <p:cxnSp>
            <p:nvCxnSpPr>
              <p:cNvPr id="933" name="Google Shape;933;p40"/>
              <p:cNvCxnSpPr/>
              <p:nvPr/>
            </p:nvCxnSpPr>
            <p:spPr>
              <a:xfrm>
                <a:off x="1766900" y="2897575"/>
                <a:ext cx="3687900" cy="0"/>
              </a:xfrm>
              <a:prstGeom prst="straightConnector1">
                <a:avLst/>
              </a:prstGeom>
              <a:noFill/>
              <a:ln w="9525" cap="flat" cmpd="sng">
                <a:solidFill>
                  <a:schemeClr val="dk1"/>
                </a:solidFill>
                <a:prstDash val="solid"/>
                <a:round/>
                <a:headEnd type="none" w="med" len="med"/>
                <a:tailEnd type="none" w="med" len="med"/>
              </a:ln>
            </p:spPr>
          </p:cxnSp>
          <p:sp>
            <p:nvSpPr>
              <p:cNvPr id="934" name="Google Shape;934;p40"/>
              <p:cNvSpPr/>
              <p:nvPr/>
            </p:nvSpPr>
            <p:spPr>
              <a:xfrm>
                <a:off x="5447850" y="2869225"/>
                <a:ext cx="56700" cy="56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extLst>
      <p:ext uri="{BB962C8B-B14F-4D97-AF65-F5344CB8AC3E}">
        <p14:creationId xmlns:p14="http://schemas.microsoft.com/office/powerpoint/2010/main" val="20165027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a:t>Linear Search</a:t>
            </a:r>
          </a:p>
        </p:txBody>
      </p:sp>
      <p:sp>
        <p:nvSpPr>
          <p:cNvPr id="941" name="Google Shape;941;p41"/>
          <p:cNvSpPr txBox="1">
            <a:spLocks noGrp="1"/>
          </p:cNvSpPr>
          <p:nvPr>
            <p:ph type="subTitle" idx="2"/>
          </p:nvPr>
        </p:nvSpPr>
        <p:spPr>
          <a:xfrm>
            <a:off x="1045028" y="1658916"/>
            <a:ext cx="7193280" cy="1450044"/>
          </a:xfrm>
          <a:prstGeom prst="rect">
            <a:avLst/>
          </a:prstGeom>
        </p:spPr>
        <p:txBody>
          <a:bodyPr spcFirstLastPara="1" wrap="square" lIns="91425" tIns="91425" rIns="91425" bIns="91425" anchor="t" anchorCtr="0">
            <a:noAutofit/>
          </a:bodyPr>
          <a:lstStyle/>
          <a:p>
            <a:pPr marL="171450" lvl="0" indent="-171450" algn="just">
              <a:lnSpc>
                <a:spcPct val="200000"/>
              </a:lnSpc>
              <a:buFont typeface="Wingdings" panose="05000000000000000000" pitchFamily="2" charset="2"/>
              <a:buChar char="§"/>
            </a:pPr>
            <a:r>
              <a:rPr lang="en-US" b="1" dirty="0"/>
              <a:t>Linear Search is defined as a sequential search algorithm that starts at one end and goes through each element of a list until the desired element is found, otherwise the search continues till the end of the data set.</a:t>
            </a:r>
          </a:p>
          <a:p>
            <a:pPr marL="171450" lvl="0" indent="-171450" algn="just">
              <a:lnSpc>
                <a:spcPct val="200000"/>
              </a:lnSpc>
              <a:buFont typeface="Wingdings" panose="05000000000000000000" pitchFamily="2" charset="2"/>
              <a:buChar char="§"/>
            </a:pPr>
            <a:endParaRPr lang="en-US" b="1" dirty="0"/>
          </a:p>
        </p:txBody>
      </p:sp>
    </p:spTree>
    <p:extLst>
      <p:ext uri="{BB962C8B-B14F-4D97-AF65-F5344CB8AC3E}">
        <p14:creationId xmlns:p14="http://schemas.microsoft.com/office/powerpoint/2010/main" val="565899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US" dirty="0"/>
              <a:t>Linear Search</a:t>
            </a:r>
          </a:p>
        </p:txBody>
      </p:sp>
      <p:pic>
        <p:nvPicPr>
          <p:cNvPr id="2" name="صورة 1"/>
          <p:cNvPicPr>
            <a:picLocks noChangeAspect="1"/>
          </p:cNvPicPr>
          <p:nvPr/>
        </p:nvPicPr>
        <p:blipFill>
          <a:blip r:embed="rId3"/>
          <a:stretch>
            <a:fillRect/>
          </a:stretch>
        </p:blipFill>
        <p:spPr>
          <a:xfrm>
            <a:off x="1174463" y="1304925"/>
            <a:ext cx="7249537" cy="2524477"/>
          </a:xfrm>
          <a:prstGeom prst="rect">
            <a:avLst/>
          </a:prstGeom>
        </p:spPr>
      </p:pic>
    </p:spTree>
    <p:extLst>
      <p:ext uri="{BB962C8B-B14F-4D97-AF65-F5344CB8AC3E}">
        <p14:creationId xmlns:p14="http://schemas.microsoft.com/office/powerpoint/2010/main" val="3210291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97"/>
        <p:cNvGrpSpPr/>
        <p:nvPr/>
      </p:nvGrpSpPr>
      <p:grpSpPr>
        <a:xfrm>
          <a:off x="0" y="0"/>
          <a:ext cx="0" cy="0"/>
          <a:chOff x="0" y="0"/>
          <a:chExt cx="0" cy="0"/>
        </a:xfrm>
      </p:grpSpPr>
      <p:sp>
        <p:nvSpPr>
          <p:cNvPr id="1098" name="Google Shape;1098;p47"/>
          <p:cNvSpPr txBox="1">
            <a:spLocks noGrp="1"/>
          </p:cNvSpPr>
          <p:nvPr>
            <p:ph type="title"/>
          </p:nvPr>
        </p:nvSpPr>
        <p:spPr>
          <a:xfrm>
            <a:off x="1768550" y="1636650"/>
            <a:ext cx="5607000" cy="1063007"/>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dirty="0"/>
              <a:t>THANKS</a:t>
            </a:r>
            <a:endParaRPr dirty="0"/>
          </a:p>
        </p:txBody>
      </p:sp>
    </p:spTree>
  </p:cSld>
  <p:clrMapOvr>
    <a:masterClrMapping/>
  </p:clrMapOvr>
</p:sld>
</file>

<file path=ppt/theme/theme1.xml><?xml version="1.0" encoding="utf-8"?>
<a:theme xmlns:a="http://schemas.openxmlformats.org/drawingml/2006/main" name="Data Analytics Strategy Toolkit by Slidesgo">
  <a:themeElements>
    <a:clrScheme name="Simple Light">
      <a:dk1>
        <a:srgbClr val="202331"/>
      </a:dk1>
      <a:lt1>
        <a:srgbClr val="F8F4F4"/>
      </a:lt1>
      <a:dk2>
        <a:srgbClr val="1BBBE9"/>
      </a:dk2>
      <a:lt2>
        <a:srgbClr val="2C7EC7"/>
      </a:lt2>
      <a:accent1>
        <a:srgbClr val="0B5394"/>
      </a:accent1>
      <a:accent2>
        <a:srgbClr val="FFFFFF"/>
      </a:accent2>
      <a:accent3>
        <a:srgbClr val="FFFFFF"/>
      </a:accent3>
      <a:accent4>
        <a:srgbClr val="FFFFFF"/>
      </a:accent4>
      <a:accent5>
        <a:srgbClr val="FFFFFF"/>
      </a:accent5>
      <a:accent6>
        <a:srgbClr val="FFFFFF"/>
      </a:accent6>
      <a:hlink>
        <a:srgbClr val="2023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338</TotalTime>
  <Words>335</Words>
  <Application>Microsoft Office PowerPoint</Application>
  <PresentationFormat>عرض على الشاشة (16:9)</PresentationFormat>
  <Paragraphs>35</Paragraphs>
  <Slides>15</Slides>
  <Notes>15</Notes>
  <HiddenSlides>0</HiddenSlides>
  <MMClips>0</MMClips>
  <ScaleCrop>false</ScaleCrop>
  <HeadingPairs>
    <vt:vector size="6" baseType="variant">
      <vt:variant>
        <vt:lpstr>الخطوط المستخدمة</vt:lpstr>
      </vt:variant>
      <vt:variant>
        <vt:i4>7</vt:i4>
      </vt:variant>
      <vt:variant>
        <vt:lpstr>نسق</vt:lpstr>
      </vt:variant>
      <vt:variant>
        <vt:i4>1</vt:i4>
      </vt:variant>
      <vt:variant>
        <vt:lpstr>عناوين الشرائح</vt:lpstr>
      </vt:variant>
      <vt:variant>
        <vt:i4>15</vt:i4>
      </vt:variant>
    </vt:vector>
  </HeadingPairs>
  <TitlesOfParts>
    <vt:vector size="23" baseType="lpstr">
      <vt:lpstr>Arial</vt:lpstr>
      <vt:lpstr>Poppins ExtraBold</vt:lpstr>
      <vt:lpstr>Poppins</vt:lpstr>
      <vt:lpstr>Barlow</vt:lpstr>
      <vt:lpstr>Wingdings</vt:lpstr>
      <vt:lpstr>Nunito Light</vt:lpstr>
      <vt:lpstr>Poppins Black</vt:lpstr>
      <vt:lpstr>Data Analytics Strategy Toolkit by Slidesgo</vt:lpstr>
      <vt:lpstr>DATA STRUCTURES &amp; ALGORITHMS</vt:lpstr>
      <vt:lpstr>CONTENTS</vt:lpstr>
      <vt:lpstr>What are Arrays?</vt:lpstr>
      <vt:lpstr>What are Arrays?  </vt:lpstr>
      <vt:lpstr>What are Arrays?  </vt:lpstr>
      <vt:lpstr>What are Arrays?  </vt:lpstr>
      <vt:lpstr>Arrays Operations</vt:lpstr>
      <vt:lpstr>Arrays Operations</vt:lpstr>
      <vt:lpstr>Binary Search.</vt:lpstr>
      <vt:lpstr>Binary Search</vt:lpstr>
      <vt:lpstr>Binary Search</vt:lpstr>
      <vt:lpstr>Linear Search.</vt:lpstr>
      <vt:lpstr>Linear Search</vt:lpstr>
      <vt:lpstr>Linear Search</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STRUCTURE &amp; ALGORITHMS</dc:title>
  <cp:lastModifiedBy>Suad Aljuaid</cp:lastModifiedBy>
  <cp:revision>16</cp:revision>
  <dcterms:modified xsi:type="dcterms:W3CDTF">2025-11-01T00:21:15Z</dcterms:modified>
</cp:coreProperties>
</file>