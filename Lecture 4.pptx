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2"/>
  </p:notesMasterIdLst>
  <p:sldIdLst>
    <p:sldId id="256" r:id="rId2"/>
    <p:sldId id="257" r:id="rId3"/>
    <p:sldId id="260" r:id="rId4"/>
    <p:sldId id="261" r:id="rId5"/>
    <p:sldId id="268" r:id="rId6"/>
    <p:sldId id="271" r:id="rId7"/>
    <p:sldId id="272" r:id="rId8"/>
    <p:sldId id="270" r:id="rId9"/>
    <p:sldId id="269" r:id="rId10"/>
    <p:sldId id="267" r:id="rId11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3"/>
      <p:bold r:id="rId14"/>
      <p:italic r:id="rId15"/>
      <p:boldItalic r:id="rId16"/>
    </p:embeddedFont>
    <p:embeddedFont>
      <p:font typeface="Nunito Light" panose="020F0502020204030204" pitchFamily="2" charset="0"/>
      <p:italic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Poppins Black" panose="00000A00000000000000" pitchFamily="2" charset="0"/>
      <p:bold r:id="rId22"/>
      <p:boldItalic r:id="rId23"/>
    </p:embeddedFont>
    <p:embeddedFont>
      <p:font typeface="Poppins ExtraBold" panose="00000900000000000000" pitchFamily="2" charset="0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CE58A5-9BC6-4E53-A9DA-EE6B6539BB91}">
  <a:tblStyle styleId="{92CE58A5-9BC6-4E53-A9DA-EE6B6539BB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CC4629A-0290-4D52-9FD2-F348AC0D871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9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9708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7645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754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7469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94668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782" y="-1232671"/>
            <a:ext cx="9807905" cy="7974474"/>
            <a:chOff x="-6782" y="-1232671"/>
            <a:chExt cx="9807905" cy="7974474"/>
          </a:xfrm>
        </p:grpSpPr>
        <p:sp>
          <p:nvSpPr>
            <p:cNvPr id="10" name="Google Shape;10;p2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1" y="4104678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-6782" y="-1232671"/>
              <a:ext cx="9150782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885529" y="302485"/>
            <a:ext cx="10998540" cy="4878740"/>
            <a:chOff x="-885529" y="302485"/>
            <a:chExt cx="10998540" cy="4878740"/>
          </a:xfrm>
        </p:grpSpPr>
        <p:sp>
          <p:nvSpPr>
            <p:cNvPr id="14" name="Google Shape;14;p2"/>
            <p:cNvSpPr/>
            <p:nvPr/>
          </p:nvSpPr>
          <p:spPr>
            <a:xfrm>
              <a:off x="2581296" y="4914218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7266974" y="4937849"/>
              <a:ext cx="1205478" cy="219752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293550" y="4455724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10800000" flipH="1">
              <a:off x="8291042" y="569492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flipH="1">
              <a:off x="-885529" y="302485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689412" y="-2417039"/>
            <a:ext cx="11168660" cy="9105554"/>
            <a:chOff x="-689412" y="-2417039"/>
            <a:chExt cx="11168660" cy="9105554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6699625" y="4455725"/>
              <a:ext cx="3779622" cy="1782883"/>
              <a:chOff x="5782225" y="4455725"/>
              <a:chExt cx="3779622" cy="1782883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782225" y="4701200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-48925" y="4604000"/>
              <a:ext cx="5424616" cy="2084515"/>
              <a:chOff x="0" y="4604000"/>
              <a:chExt cx="5424616" cy="2084515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2960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" name="Google Shape;26;p2"/>
            <p:cNvSpPr/>
            <p:nvPr/>
          </p:nvSpPr>
          <p:spPr>
            <a:xfrm rot="10800000">
              <a:off x="-689412" y="-117347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10800000">
              <a:off x="4880516" y="-2417039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2"/>
          <p:cNvSpPr txBox="1">
            <a:spLocks noGrp="1"/>
          </p:cNvSpPr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subTitle" idx="1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3"/>
          <p:cNvGrpSpPr/>
          <p:nvPr/>
        </p:nvGrpSpPr>
        <p:grpSpPr>
          <a:xfrm>
            <a:off x="-642935" y="-1483293"/>
            <a:ext cx="10417533" cy="7928897"/>
            <a:chOff x="-642935" y="-1483293"/>
            <a:chExt cx="10417533" cy="7928897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-642935" y="-148329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6254199" y="46040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34;p3"/>
          <p:cNvGrpSpPr/>
          <p:nvPr/>
        </p:nvGrpSpPr>
        <p:grpSpPr>
          <a:xfrm>
            <a:off x="-732996" y="7"/>
            <a:ext cx="7266640" cy="5159850"/>
            <a:chOff x="-732996" y="7"/>
            <a:chExt cx="7266640" cy="5159850"/>
          </a:xfrm>
        </p:grpSpPr>
        <p:sp>
          <p:nvSpPr>
            <p:cNvPr id="35" name="Google Shape;35;p3"/>
            <p:cNvSpPr/>
            <p:nvPr/>
          </p:nvSpPr>
          <p:spPr>
            <a:xfrm rot="10800000">
              <a:off x="4161656" y="4976326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10800000">
              <a:off x="5115392" y="7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-732996" y="4324988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3"/>
          <p:cNvSpPr txBox="1">
            <a:spLocks noGrp="1"/>
          </p:cNvSpPr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title" idx="2" hasCustomPrompt="1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41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grpSp>
        <p:nvGrpSpPr>
          <p:cNvPr id="40" name="Google Shape;40;p3"/>
          <p:cNvGrpSpPr/>
          <p:nvPr/>
        </p:nvGrpSpPr>
        <p:grpSpPr>
          <a:xfrm>
            <a:off x="-10" y="-2237114"/>
            <a:ext cx="9822707" cy="9720614"/>
            <a:chOff x="-10" y="-2237114"/>
            <a:chExt cx="9822707" cy="9720614"/>
          </a:xfrm>
        </p:grpSpPr>
        <p:sp>
          <p:nvSpPr>
            <p:cNvPr id="41" name="Google Shape;41;p3"/>
            <p:cNvSpPr/>
            <p:nvPr/>
          </p:nvSpPr>
          <p:spPr>
            <a:xfrm rot="10800000">
              <a:off x="4707290" y="-2237114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-10" y="446596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 flipH="1">
            <a:off x="-1344315" y="539496"/>
            <a:ext cx="3074607" cy="453954"/>
            <a:chOff x="5478797" y="847321"/>
            <a:chExt cx="3074607" cy="453954"/>
          </a:xfrm>
        </p:grpSpPr>
        <p:grpSp>
          <p:nvGrpSpPr>
            <p:cNvPr id="44" name="Google Shape;44;p3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" name="Google Shape;46;p3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48" name="Google Shape;48;p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9" name="Google Shape;49;p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4"/>
          <p:cNvGrpSpPr/>
          <p:nvPr/>
        </p:nvGrpSpPr>
        <p:grpSpPr>
          <a:xfrm>
            <a:off x="7852085" y="4186321"/>
            <a:ext cx="3074607" cy="453954"/>
            <a:chOff x="5478797" y="847321"/>
            <a:chExt cx="3074607" cy="453954"/>
          </a:xfrm>
        </p:grpSpPr>
        <p:grpSp>
          <p:nvGrpSpPr>
            <p:cNvPr id="55" name="Google Shape;55;p4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56" name="Google Shape;56;p4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7" name="Google Shape;57;p4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4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" name="Google Shape;60;p4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" name="Google Shape;61;p4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62" name="Google Shape;62;p4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3" name="Google Shape;63;p4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4" name="Google Shape;64;p4"/>
          <p:cNvGrpSpPr/>
          <p:nvPr/>
        </p:nvGrpSpPr>
        <p:grpSpPr>
          <a:xfrm>
            <a:off x="-522276" y="-1302097"/>
            <a:ext cx="7191391" cy="7853482"/>
            <a:chOff x="-522276" y="-1302097"/>
            <a:chExt cx="7191391" cy="7853482"/>
          </a:xfrm>
        </p:grpSpPr>
        <p:sp>
          <p:nvSpPr>
            <p:cNvPr id="65" name="Google Shape;65;p4"/>
            <p:cNvSpPr/>
            <p:nvPr/>
          </p:nvSpPr>
          <p:spPr>
            <a:xfrm flipH="1">
              <a:off x="3148717" y="4709785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 rot="10800000" flipH="1">
              <a:off x="-522276" y="-130209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6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"/>
          <p:cNvSpPr txBox="1">
            <a:spLocks noGrp="1"/>
          </p:cNvSpPr>
          <p:nvPr>
            <p:ph type="body" idx="1"/>
          </p:nvPr>
        </p:nvSpPr>
        <p:spPr>
          <a:xfrm>
            <a:off x="720000" y="1065989"/>
            <a:ext cx="7704000" cy="3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4"/>
          <p:cNvSpPr/>
          <p:nvPr/>
        </p:nvSpPr>
        <p:spPr>
          <a:xfrm flipH="1">
            <a:off x="6000549" y="4603999"/>
            <a:ext cx="1205478" cy="219752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4"/>
          <p:cNvGrpSpPr/>
          <p:nvPr/>
        </p:nvGrpSpPr>
        <p:grpSpPr>
          <a:xfrm>
            <a:off x="4132575" y="4716825"/>
            <a:ext cx="5724316" cy="2084515"/>
            <a:chOff x="4132575" y="4716825"/>
            <a:chExt cx="5724316" cy="2084515"/>
          </a:xfrm>
        </p:grpSpPr>
        <p:sp>
          <p:nvSpPr>
            <p:cNvPr id="71" name="Google Shape;71;p4"/>
            <p:cNvSpPr/>
            <p:nvPr/>
          </p:nvSpPr>
          <p:spPr>
            <a:xfrm flipH="1">
              <a:off x="53618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 flipH="1">
              <a:off x="41325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8"/>
          <p:cNvGrpSpPr/>
          <p:nvPr/>
        </p:nvGrpSpPr>
        <p:grpSpPr>
          <a:xfrm>
            <a:off x="-10" y="-1009617"/>
            <a:ext cx="9640083" cy="7443072"/>
            <a:chOff x="-10" y="-1009617"/>
            <a:chExt cx="9640083" cy="7443072"/>
          </a:xfrm>
        </p:grpSpPr>
        <p:sp>
          <p:nvSpPr>
            <p:cNvPr id="139" name="Google Shape;139;p8"/>
            <p:cNvSpPr/>
            <p:nvPr/>
          </p:nvSpPr>
          <p:spPr>
            <a:xfrm rot="10800000">
              <a:off x="6119674" y="-100961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 rot="10800000" flipH="1">
              <a:off x="0" y="-82735"/>
              <a:ext cx="2227897" cy="1165463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8"/>
            <p:cNvSpPr/>
            <p:nvPr/>
          </p:nvSpPr>
          <p:spPr>
            <a:xfrm flipH="1">
              <a:off x="-10" y="4522059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" name="Google Shape;142;p8"/>
          <p:cNvGrpSpPr/>
          <p:nvPr/>
        </p:nvGrpSpPr>
        <p:grpSpPr>
          <a:xfrm>
            <a:off x="2503206" y="5"/>
            <a:ext cx="7007334" cy="4699016"/>
            <a:chOff x="2503206" y="5"/>
            <a:chExt cx="7007334" cy="4699016"/>
          </a:xfrm>
        </p:grpSpPr>
        <p:grpSp>
          <p:nvGrpSpPr>
            <p:cNvPr id="143" name="Google Shape;143;p8"/>
            <p:cNvGrpSpPr/>
            <p:nvPr/>
          </p:nvGrpSpPr>
          <p:grpSpPr>
            <a:xfrm>
              <a:off x="2503206" y="5"/>
              <a:ext cx="5597879" cy="4699016"/>
              <a:chOff x="2503206" y="5"/>
              <a:chExt cx="5597879" cy="4699016"/>
            </a:xfrm>
          </p:grpSpPr>
          <p:sp>
            <p:nvSpPr>
              <p:cNvPr id="144" name="Google Shape;144;p8"/>
              <p:cNvSpPr/>
              <p:nvPr/>
            </p:nvSpPr>
            <p:spPr>
              <a:xfrm flipH="1">
                <a:off x="2503206" y="5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 flipH="1">
                <a:off x="6868745" y="4467026"/>
                <a:ext cx="1232340" cy="231995"/>
              </a:xfrm>
              <a:custGeom>
                <a:avLst/>
                <a:gdLst/>
                <a:ahLst/>
                <a:cxnLst/>
                <a:rect l="l" t="t" r="r" b="b"/>
                <a:pathLst>
                  <a:path w="22325" h="4203" extrusionOk="0">
                    <a:moveTo>
                      <a:pt x="0" y="0"/>
                    </a:moveTo>
                    <a:lnTo>
                      <a:pt x="4191" y="4191"/>
                    </a:lnTo>
                    <a:lnTo>
                      <a:pt x="22325" y="4202"/>
                    </a:lnTo>
                    <a:lnTo>
                      <a:pt x="181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" name="Google Shape;146;p8"/>
            <p:cNvGrpSpPr/>
            <p:nvPr/>
          </p:nvGrpSpPr>
          <p:grpSpPr>
            <a:xfrm>
              <a:off x="7937781" y="5"/>
              <a:ext cx="1572759" cy="183531"/>
              <a:chOff x="7937781" y="5"/>
              <a:chExt cx="1572759" cy="183531"/>
            </a:xfrm>
          </p:grpSpPr>
          <p:sp>
            <p:nvSpPr>
              <p:cNvPr id="147" name="Google Shape;147;p8"/>
              <p:cNvSpPr/>
              <p:nvPr/>
            </p:nvSpPr>
            <p:spPr>
              <a:xfrm>
                <a:off x="8503756" y="5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8"/>
              <p:cNvSpPr/>
              <p:nvPr/>
            </p:nvSpPr>
            <p:spPr>
              <a:xfrm>
                <a:off x="7937781" y="5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9" name="Google Shape;149;p8"/>
          <p:cNvGrpSpPr/>
          <p:nvPr/>
        </p:nvGrpSpPr>
        <p:grpSpPr>
          <a:xfrm>
            <a:off x="-1320285" y="-2292139"/>
            <a:ext cx="12455532" cy="9684964"/>
            <a:chOff x="-1320285" y="-2292139"/>
            <a:chExt cx="12455532" cy="9684964"/>
          </a:xfrm>
        </p:grpSpPr>
        <p:sp>
          <p:nvSpPr>
            <p:cNvPr id="150" name="Google Shape;150;p8"/>
            <p:cNvSpPr/>
            <p:nvPr/>
          </p:nvSpPr>
          <p:spPr>
            <a:xfrm flipH="1">
              <a:off x="6019840" y="4375286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 rot="10800000" flipH="1">
              <a:off x="-1320285" y="-2292139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-432453" y="4992033"/>
              <a:ext cx="3520400" cy="207665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" name="Google Shape;153;p8"/>
          <p:cNvSpPr txBox="1">
            <a:spLocks noGrp="1"/>
          </p:cNvSpPr>
          <p:nvPr>
            <p:ph type="title"/>
          </p:nvPr>
        </p:nvSpPr>
        <p:spPr>
          <a:xfrm>
            <a:off x="1768550" y="1636650"/>
            <a:ext cx="5607000" cy="18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54" name="Google Shape;154;p8"/>
          <p:cNvGrpSpPr/>
          <p:nvPr/>
        </p:nvGrpSpPr>
        <p:grpSpPr>
          <a:xfrm>
            <a:off x="-1892403" y="831971"/>
            <a:ext cx="12928869" cy="3635055"/>
            <a:chOff x="-1892403" y="831971"/>
            <a:chExt cx="12928869" cy="3635055"/>
          </a:xfrm>
        </p:grpSpPr>
        <p:grpSp>
          <p:nvGrpSpPr>
            <p:cNvPr id="155" name="Google Shape;155;p8"/>
            <p:cNvGrpSpPr/>
            <p:nvPr/>
          </p:nvGrpSpPr>
          <p:grpSpPr>
            <a:xfrm flipH="1">
              <a:off x="7436679" y="831971"/>
              <a:ext cx="3599787" cy="1044104"/>
              <a:chOff x="-1431671" y="656496"/>
              <a:chExt cx="3599787" cy="1044104"/>
            </a:xfrm>
          </p:grpSpPr>
          <p:grpSp>
            <p:nvGrpSpPr>
              <p:cNvPr id="156" name="Google Shape;156;p8"/>
              <p:cNvGrpSpPr/>
              <p:nvPr/>
            </p:nvGrpSpPr>
            <p:grpSpPr>
              <a:xfrm>
                <a:off x="-368508" y="14328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157" name="Google Shape;157;p8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58" name="Google Shape;158;p8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9" name="Google Shape;159;p8"/>
              <p:cNvGrpSpPr/>
              <p:nvPr/>
            </p:nvGrpSpPr>
            <p:grpSpPr>
              <a:xfrm>
                <a:off x="-766480" y="1564412"/>
                <a:ext cx="1561280" cy="136187"/>
                <a:chOff x="1754675" y="2824000"/>
                <a:chExt cx="4728285" cy="412439"/>
              </a:xfrm>
            </p:grpSpPr>
            <p:sp>
              <p:nvSpPr>
                <p:cNvPr id="160" name="Google Shape;160;p8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550" h="5994" extrusionOk="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1" name="Google Shape;161;p8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2" name="Google Shape;162;p8"/>
              <p:cNvGrpSpPr/>
              <p:nvPr/>
            </p:nvGrpSpPr>
            <p:grpSpPr>
              <a:xfrm>
                <a:off x="-1431671" y="12010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63" name="Google Shape;163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07" h="4037" extrusionOk="0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4" name="Google Shape;164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5" name="Google Shape;165;p8"/>
              <p:cNvGrpSpPr/>
              <p:nvPr/>
            </p:nvGrpSpPr>
            <p:grpSpPr>
              <a:xfrm>
                <a:off x="-856941" y="773805"/>
                <a:ext cx="2877996" cy="223763"/>
                <a:chOff x="1748550" y="2064750"/>
                <a:chExt cx="3573375" cy="277863"/>
              </a:xfrm>
            </p:grpSpPr>
            <p:sp>
              <p:nvSpPr>
                <p:cNvPr id="166" name="Google Shape;166;p8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67" h="10153" extrusionOk="0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67" name="Google Shape;167;p8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8" name="Google Shape;168;p8"/>
              <p:cNvGrpSpPr/>
              <p:nvPr/>
            </p:nvGrpSpPr>
            <p:grpSpPr>
              <a:xfrm>
                <a:off x="-856882" y="656496"/>
                <a:ext cx="2430997" cy="185534"/>
                <a:chOff x="1748547" y="1392116"/>
                <a:chExt cx="5911958" cy="451312"/>
              </a:xfrm>
            </p:grpSpPr>
            <p:sp>
              <p:nvSpPr>
                <p:cNvPr id="169" name="Google Shape;169;p8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66" h="7583" extrusionOk="0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70" name="Google Shape;170;p8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1" name="Google Shape;171;p8"/>
              <p:cNvGrpSpPr/>
              <p:nvPr/>
            </p:nvGrpSpPr>
            <p:grpSpPr>
              <a:xfrm>
                <a:off x="-842187" y="10647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172" name="Google Shape;172;p8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73" name="Google Shape;173;p8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74" name="Google Shape;174;p8"/>
            <p:cNvGrpSpPr/>
            <p:nvPr/>
          </p:nvGrpSpPr>
          <p:grpSpPr>
            <a:xfrm>
              <a:off x="-1892403" y="3926990"/>
              <a:ext cx="3427062" cy="540036"/>
              <a:chOff x="-1366378" y="3596340"/>
              <a:chExt cx="3427062" cy="540036"/>
            </a:xfrm>
          </p:grpSpPr>
          <p:grpSp>
            <p:nvGrpSpPr>
              <p:cNvPr id="175" name="Google Shape;175;p8"/>
              <p:cNvGrpSpPr/>
              <p:nvPr/>
            </p:nvGrpSpPr>
            <p:grpSpPr>
              <a:xfrm>
                <a:off x="-1366378" y="4034012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76" name="Google Shape;176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07" h="4037" extrusionOk="0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77" name="Google Shape;177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8" name="Google Shape;178;p8"/>
              <p:cNvGrpSpPr/>
              <p:nvPr/>
            </p:nvGrpSpPr>
            <p:grpSpPr>
              <a:xfrm flipH="1">
                <a:off x="-949619" y="3596340"/>
                <a:ext cx="3010303" cy="380635"/>
                <a:chOff x="5446772" y="1743190"/>
                <a:chExt cx="3010303" cy="380635"/>
              </a:xfrm>
            </p:grpSpPr>
            <p:grpSp>
              <p:nvGrpSpPr>
                <p:cNvPr id="179" name="Google Shape;179;p8"/>
                <p:cNvGrpSpPr/>
                <p:nvPr/>
              </p:nvGrpSpPr>
              <p:grpSpPr>
                <a:xfrm flipH="1">
                  <a:off x="5898325" y="1865405"/>
                  <a:ext cx="1567047" cy="45661"/>
                  <a:chOff x="1754675" y="2661275"/>
                  <a:chExt cx="1945675" cy="56700"/>
                </a:xfrm>
              </p:grpSpPr>
              <p:cxnSp>
                <p:nvCxnSpPr>
                  <p:cNvPr id="180" name="Google Shape;180;p8"/>
                  <p:cNvCxnSpPr/>
                  <p:nvPr/>
                </p:nvCxnSpPr>
                <p:spPr>
                  <a:xfrm>
                    <a:off x="1754675" y="2689625"/>
                    <a:ext cx="1896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181" name="Google Shape;181;p8"/>
                  <p:cNvSpPr/>
                  <p:nvPr/>
                </p:nvSpPr>
                <p:spPr>
                  <a:xfrm>
                    <a:off x="3643650" y="2661275"/>
                    <a:ext cx="56700" cy="56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82" name="Google Shape;182;p8"/>
                <p:cNvGrpSpPr/>
                <p:nvPr/>
              </p:nvGrpSpPr>
              <p:grpSpPr>
                <a:xfrm flipH="1">
                  <a:off x="5477439" y="1987637"/>
                  <a:ext cx="1561280" cy="136187"/>
                  <a:chOff x="1754675" y="2824000"/>
                  <a:chExt cx="4728285" cy="412439"/>
                </a:xfrm>
              </p:grpSpPr>
              <p:sp>
                <p:nvSpPr>
                  <p:cNvPr id="183" name="Google Shape;183;p8"/>
                  <p:cNvSpPr/>
                  <p:nvPr/>
                </p:nvSpPr>
                <p:spPr>
                  <a:xfrm>
                    <a:off x="1754675" y="2824000"/>
                    <a:ext cx="4593868" cy="355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550" h="5994" extrusionOk="0">
                        <a:moveTo>
                          <a:pt x="0" y="0"/>
                        </a:moveTo>
                        <a:lnTo>
                          <a:pt x="59202" y="0"/>
                        </a:lnTo>
                        <a:lnTo>
                          <a:pt x="65196" y="5994"/>
                        </a:lnTo>
                        <a:lnTo>
                          <a:pt x="77550" y="5994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84" name="Google Shape;184;p8"/>
                  <p:cNvSpPr/>
                  <p:nvPr/>
                </p:nvSpPr>
                <p:spPr>
                  <a:xfrm>
                    <a:off x="6348560" y="3102039"/>
                    <a:ext cx="134400" cy="1344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85" name="Google Shape;185;p8"/>
                <p:cNvGrpSpPr/>
                <p:nvPr/>
              </p:nvGrpSpPr>
              <p:grpSpPr>
                <a:xfrm flipH="1">
                  <a:off x="5446772" y="1743190"/>
                  <a:ext cx="3010303" cy="45661"/>
                  <a:chOff x="1766900" y="2869225"/>
                  <a:chExt cx="3737650" cy="56700"/>
                </a:xfrm>
              </p:grpSpPr>
              <p:cxnSp>
                <p:nvCxnSpPr>
                  <p:cNvPr id="186" name="Google Shape;186;p8"/>
                  <p:cNvCxnSpPr/>
                  <p:nvPr/>
                </p:nvCxnSpPr>
                <p:spPr>
                  <a:xfrm>
                    <a:off x="1766900" y="2897575"/>
                    <a:ext cx="3687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187" name="Google Shape;187;p8"/>
                  <p:cNvSpPr/>
                  <p:nvPr/>
                </p:nvSpPr>
                <p:spPr>
                  <a:xfrm>
                    <a:off x="5447850" y="2869225"/>
                    <a:ext cx="56700" cy="56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21"/>
          <p:cNvSpPr txBox="1">
            <a:spLocks noGrp="1"/>
          </p:cNvSpPr>
          <p:nvPr>
            <p:ph type="subTitle" idx="1"/>
          </p:nvPr>
        </p:nvSpPr>
        <p:spPr>
          <a:xfrm>
            <a:off x="4755095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21"/>
          <p:cNvSpPr txBox="1">
            <a:spLocks noGrp="1"/>
          </p:cNvSpPr>
          <p:nvPr>
            <p:ph type="subTitle" idx="2"/>
          </p:nvPr>
        </p:nvSpPr>
        <p:spPr>
          <a:xfrm>
            <a:off x="1348100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438" name="Google Shape;438;p21"/>
          <p:cNvGrpSpPr/>
          <p:nvPr/>
        </p:nvGrpSpPr>
        <p:grpSpPr>
          <a:xfrm rot="10800000">
            <a:off x="-106737" y="-1645006"/>
            <a:ext cx="9548249" cy="7357518"/>
            <a:chOff x="-1311525" y="-1414418"/>
            <a:chExt cx="9548249" cy="7357518"/>
          </a:xfrm>
        </p:grpSpPr>
        <p:sp>
          <p:nvSpPr>
            <p:cNvPr id="439" name="Google Shape;439;p21"/>
            <p:cNvSpPr/>
            <p:nvPr/>
          </p:nvSpPr>
          <p:spPr>
            <a:xfrm rot="10800000">
              <a:off x="-1311525" y="-1414418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 flipH="1">
              <a:off x="-1120750" y="4056069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1" name="Google Shape;441;p21"/>
          <p:cNvSpPr/>
          <p:nvPr/>
        </p:nvSpPr>
        <p:spPr>
          <a:xfrm rot="10800000" flipH="1">
            <a:off x="5675306" y="4959976"/>
            <a:ext cx="1006784" cy="183531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2" name="Google Shape;442;p21"/>
          <p:cNvGrpSpPr/>
          <p:nvPr/>
        </p:nvGrpSpPr>
        <p:grpSpPr>
          <a:xfrm rot="10800000">
            <a:off x="-1228535" y="-1130234"/>
            <a:ext cx="11726682" cy="8568910"/>
            <a:chOff x="-2306160" y="-3140581"/>
            <a:chExt cx="11726682" cy="8568910"/>
          </a:xfrm>
        </p:grpSpPr>
        <p:sp>
          <p:nvSpPr>
            <p:cNvPr id="443" name="Google Shape;443;p21"/>
            <p:cNvSpPr/>
            <p:nvPr/>
          </p:nvSpPr>
          <p:spPr>
            <a:xfrm rot="10800000" flipH="1">
              <a:off x="-2306160" y="-314058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1"/>
            <p:cNvSpPr/>
            <p:nvPr/>
          </p:nvSpPr>
          <p:spPr>
            <a:xfrm rot="10800000" flipH="1">
              <a:off x="7082099" y="4876491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6615250" y="389092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21"/>
          <p:cNvGrpSpPr/>
          <p:nvPr/>
        </p:nvGrpSpPr>
        <p:grpSpPr>
          <a:xfrm rot="10800000" flipH="1">
            <a:off x="-1315487" y="4349469"/>
            <a:ext cx="3296400" cy="703085"/>
            <a:chOff x="-12" y="3628590"/>
            <a:chExt cx="3296400" cy="703085"/>
          </a:xfrm>
        </p:grpSpPr>
        <p:grpSp>
          <p:nvGrpSpPr>
            <p:cNvPr id="447" name="Google Shape;447;p21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48" name="Google Shape;448;p2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49" name="Google Shape;449;p2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0" name="Google Shape;450;p21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51" name="Google Shape;451;p2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" name="Google Shape;452;p2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3" name="Google Shape;453;p21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54" name="Google Shape;454;p21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5" name="Google Shape;455;p21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6" name="Google Shape;456;p21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57" name="Google Shape;457;p2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58" name="Google Shape;458;p2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31"/>
          <p:cNvGrpSpPr/>
          <p:nvPr/>
        </p:nvGrpSpPr>
        <p:grpSpPr>
          <a:xfrm rot="10800000">
            <a:off x="-1889528" y="158865"/>
            <a:ext cx="3010303" cy="380635"/>
            <a:chOff x="5446772" y="1743190"/>
            <a:chExt cx="3010303" cy="380635"/>
          </a:xfrm>
        </p:grpSpPr>
        <p:grpSp>
          <p:nvGrpSpPr>
            <p:cNvPr id="712" name="Google Shape;712;p31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713" name="Google Shape;713;p3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14" name="Google Shape;714;p3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5" name="Google Shape;715;p31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716" name="Google Shape;716;p3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" name="Google Shape;717;p3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8" name="Google Shape;718;p31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719" name="Google Shape;719;p3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20" name="Google Shape;720;p3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21" name="Google Shape;721;p31"/>
          <p:cNvGrpSpPr/>
          <p:nvPr/>
        </p:nvGrpSpPr>
        <p:grpSpPr>
          <a:xfrm flipH="1">
            <a:off x="1347409" y="-265593"/>
            <a:ext cx="9294978" cy="6913322"/>
            <a:chOff x="-201828" y="-265593"/>
            <a:chExt cx="9294978" cy="6913322"/>
          </a:xfrm>
        </p:grpSpPr>
        <p:sp>
          <p:nvSpPr>
            <p:cNvPr id="722" name="Google Shape;722;p31"/>
            <p:cNvSpPr/>
            <p:nvPr/>
          </p:nvSpPr>
          <p:spPr>
            <a:xfrm>
              <a:off x="-201828" y="473633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 rot="10800000" flipH="1">
              <a:off x="1175807" y="-265593"/>
              <a:ext cx="1539180" cy="805095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4" name="Google Shape;724;p31"/>
          <p:cNvSpPr/>
          <p:nvPr/>
        </p:nvSpPr>
        <p:spPr>
          <a:xfrm rot="10800000">
            <a:off x="794659" y="4876484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1"/>
          <p:cNvSpPr/>
          <p:nvPr/>
        </p:nvSpPr>
        <p:spPr>
          <a:xfrm flipH="1">
            <a:off x="-561113" y="4230050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" name="Google Shape;727;p32"/>
          <p:cNvGrpSpPr/>
          <p:nvPr/>
        </p:nvGrpSpPr>
        <p:grpSpPr>
          <a:xfrm flipH="1">
            <a:off x="-2028096" y="-1770656"/>
            <a:ext cx="4007050" cy="2363739"/>
            <a:chOff x="6549401" y="-1824231"/>
            <a:chExt cx="4007050" cy="2363739"/>
          </a:xfrm>
        </p:grpSpPr>
        <p:sp>
          <p:nvSpPr>
            <p:cNvPr id="728" name="Google Shape;728;p32"/>
            <p:cNvSpPr/>
            <p:nvPr/>
          </p:nvSpPr>
          <p:spPr>
            <a:xfrm>
              <a:off x="7695191" y="307513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2"/>
            <p:cNvSpPr/>
            <p:nvPr/>
          </p:nvSpPr>
          <p:spPr>
            <a:xfrm rot="10800000">
              <a:off x="6549401" y="-1824231"/>
              <a:ext cx="4007050" cy="2363728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0" name="Google Shape;730;p32"/>
          <p:cNvGrpSpPr/>
          <p:nvPr/>
        </p:nvGrpSpPr>
        <p:grpSpPr>
          <a:xfrm flipH="1">
            <a:off x="7391104" y="241540"/>
            <a:ext cx="3296400" cy="703085"/>
            <a:chOff x="-12" y="3628590"/>
            <a:chExt cx="3296400" cy="703085"/>
          </a:xfrm>
        </p:grpSpPr>
        <p:grpSp>
          <p:nvGrpSpPr>
            <p:cNvPr id="731" name="Google Shape;731;p3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732" name="Google Shape;732;p3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33" name="Google Shape;733;p3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4" name="Google Shape;734;p3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735" name="Google Shape;735;p3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6" name="Google Shape;736;p3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7" name="Google Shape;737;p3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738" name="Google Shape;738;p3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9" name="Google Shape;739;p3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0" name="Google Shape;740;p3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741" name="Google Shape;741;p3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42" name="Google Shape;742;p3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3" name="Google Shape;743;p32"/>
          <p:cNvGrpSpPr/>
          <p:nvPr/>
        </p:nvGrpSpPr>
        <p:grpSpPr>
          <a:xfrm flipH="1">
            <a:off x="-1341650" y="-685669"/>
            <a:ext cx="10751988" cy="7671703"/>
            <a:chOff x="-881984" y="-739244"/>
            <a:chExt cx="10751988" cy="7671703"/>
          </a:xfrm>
        </p:grpSpPr>
        <p:sp>
          <p:nvSpPr>
            <p:cNvPr id="744" name="Google Shape;744;p32"/>
            <p:cNvSpPr/>
            <p:nvPr/>
          </p:nvSpPr>
          <p:spPr>
            <a:xfrm flipH="1">
              <a:off x="5675437" y="4457952"/>
              <a:ext cx="4194567" cy="247450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2"/>
            <p:cNvSpPr/>
            <p:nvPr/>
          </p:nvSpPr>
          <p:spPr>
            <a:xfrm rot="10800000" flipH="1">
              <a:off x="-881984" y="-739244"/>
              <a:ext cx="1959133" cy="1024867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32"/>
          <p:cNvSpPr/>
          <p:nvPr/>
        </p:nvSpPr>
        <p:spPr>
          <a:xfrm flipH="1">
            <a:off x="-417877" y="511088"/>
            <a:ext cx="1232340" cy="231995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2"/>
          <p:cNvSpPr/>
          <p:nvPr/>
        </p:nvSpPr>
        <p:spPr>
          <a:xfrm rot="10800000" flipH="1">
            <a:off x="-621671" y="-1770656"/>
            <a:ext cx="4007050" cy="2363728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4" r:id="rId4"/>
    <p:sldLayoutId id="2147483658" r:id="rId5"/>
    <p:sldLayoutId id="2147483667" r:id="rId6"/>
    <p:sldLayoutId id="2147483677" r:id="rId7"/>
    <p:sldLayoutId id="2147483678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6"/>
          <p:cNvSpPr txBox="1">
            <a:spLocks noGrp="1"/>
          </p:cNvSpPr>
          <p:nvPr>
            <p:ph type="ctrTitle"/>
          </p:nvPr>
        </p:nvSpPr>
        <p:spPr>
          <a:xfrm>
            <a:off x="174171" y="1528071"/>
            <a:ext cx="8525691" cy="12325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DATA STRUCTURES &amp; ALGORITHMS</a:t>
            </a:r>
            <a:endParaRPr sz="3200" dirty="0"/>
          </a:p>
        </p:txBody>
      </p:sp>
      <p:grpSp>
        <p:nvGrpSpPr>
          <p:cNvPr id="760" name="Google Shape;760;p36"/>
          <p:cNvGrpSpPr/>
          <p:nvPr/>
        </p:nvGrpSpPr>
        <p:grpSpPr>
          <a:xfrm rot="10800000">
            <a:off x="6662200" y="3637323"/>
            <a:ext cx="3537150" cy="626797"/>
            <a:chOff x="1199232" y="2120038"/>
            <a:chExt cx="4391793" cy="778340"/>
          </a:xfrm>
        </p:grpSpPr>
        <p:grpSp>
          <p:nvGrpSpPr>
            <p:cNvPr id="761" name="Google Shape;761;p36"/>
            <p:cNvGrpSpPr/>
            <p:nvPr/>
          </p:nvGrpSpPr>
          <p:grpSpPr>
            <a:xfrm>
              <a:off x="2227732" y="2577138"/>
              <a:ext cx="1945675" cy="56700"/>
              <a:chOff x="2227732" y="2661275"/>
              <a:chExt cx="1945675" cy="56700"/>
            </a:xfrm>
          </p:grpSpPr>
          <p:cxnSp>
            <p:nvCxnSpPr>
              <p:cNvPr id="762" name="Google Shape;762;p36"/>
              <p:cNvCxnSpPr/>
              <p:nvPr/>
            </p:nvCxnSpPr>
            <p:spPr>
              <a:xfrm>
                <a:off x="2227732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63" name="Google Shape;763;p36"/>
              <p:cNvSpPr/>
              <p:nvPr/>
            </p:nvSpPr>
            <p:spPr>
              <a:xfrm>
                <a:off x="4116707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4" name="Google Shape;764;p36"/>
            <p:cNvGrpSpPr/>
            <p:nvPr/>
          </p:nvGrpSpPr>
          <p:grpSpPr>
            <a:xfrm>
              <a:off x="1943838" y="2729277"/>
              <a:ext cx="1938597" cy="169100"/>
              <a:chOff x="2216194" y="2593212"/>
              <a:chExt cx="4728285" cy="412439"/>
            </a:xfrm>
          </p:grpSpPr>
          <p:sp>
            <p:nvSpPr>
              <p:cNvPr id="765" name="Google Shape;765;p36"/>
              <p:cNvSpPr/>
              <p:nvPr/>
            </p:nvSpPr>
            <p:spPr>
              <a:xfrm>
                <a:off x="2216194" y="2593212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6" name="Google Shape;766;p36"/>
              <p:cNvSpPr/>
              <p:nvPr/>
            </p:nvSpPr>
            <p:spPr>
              <a:xfrm>
                <a:off x="6810079" y="2871251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7" name="Google Shape;767;p36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768" name="Google Shape;768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69" name="Google Shape;769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0" name="Google Shape;770;p36"/>
            <p:cNvGrpSpPr/>
            <p:nvPr/>
          </p:nvGrpSpPr>
          <p:grpSpPr>
            <a:xfrm>
              <a:off x="1199232" y="2120038"/>
              <a:ext cx="3737650" cy="56700"/>
              <a:chOff x="1199232" y="2869225"/>
              <a:chExt cx="3737650" cy="56700"/>
            </a:xfrm>
          </p:grpSpPr>
          <p:cxnSp>
            <p:nvCxnSpPr>
              <p:cNvPr id="771" name="Google Shape;771;p36"/>
              <p:cNvCxnSpPr/>
              <p:nvPr/>
            </p:nvCxnSpPr>
            <p:spPr>
              <a:xfrm>
                <a:off x="1199232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2" name="Google Shape;772;p36"/>
              <p:cNvSpPr/>
              <p:nvPr/>
            </p:nvSpPr>
            <p:spPr>
              <a:xfrm>
                <a:off x="4880182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3" name="Google Shape;773;p36"/>
          <p:cNvGrpSpPr/>
          <p:nvPr/>
        </p:nvGrpSpPr>
        <p:grpSpPr>
          <a:xfrm>
            <a:off x="-1696246" y="967904"/>
            <a:ext cx="3599787" cy="1044096"/>
            <a:chOff x="-1431671" y="656504"/>
            <a:chExt cx="3599787" cy="1044096"/>
          </a:xfrm>
        </p:grpSpPr>
        <p:grpSp>
          <p:nvGrpSpPr>
            <p:cNvPr id="774" name="Google Shape;774;p36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775" name="Google Shape;775;p36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6" name="Google Shape;776;p36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7" name="Google Shape;777;p36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778" name="Google Shape;778;p36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79" name="Google Shape;779;p36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0" name="Google Shape;780;p36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781" name="Google Shape;781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82" name="Google Shape;782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3" name="Google Shape;783;p36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784" name="Google Shape;784;p36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85" name="Google Shape;785;p36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6" name="Google Shape;786;p36"/>
            <p:cNvGrpSpPr/>
            <p:nvPr/>
          </p:nvGrpSpPr>
          <p:grpSpPr>
            <a:xfrm>
              <a:off x="-856958" y="656504"/>
              <a:ext cx="2430741" cy="185537"/>
              <a:chOff x="1748547" y="1392116"/>
              <a:chExt cx="5911958" cy="451312"/>
            </a:xfrm>
          </p:grpSpPr>
          <p:sp>
            <p:nvSpPr>
              <p:cNvPr id="787" name="Google Shape;787;p36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88" name="Google Shape;788;p36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9" name="Google Shape;789;p36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790" name="Google Shape;790;p3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1" name="Google Shape;791;p3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</a:t>
            </a:r>
            <a:endParaRPr dirty="0"/>
          </a:p>
        </p:txBody>
      </p:sp>
      <p:graphicFrame>
        <p:nvGraphicFramePr>
          <p:cNvPr id="800" name="Google Shape;800;p37"/>
          <p:cNvGraphicFramePr/>
          <p:nvPr>
            <p:extLst>
              <p:ext uri="{D42A27DB-BD31-4B8C-83A1-F6EECF244321}">
                <p14:modId xmlns:p14="http://schemas.microsoft.com/office/powerpoint/2010/main" val="3411233828"/>
              </p:ext>
            </p:extLst>
          </p:nvPr>
        </p:nvGraphicFramePr>
        <p:xfrm>
          <a:off x="1541915" y="1640404"/>
          <a:ext cx="6060169" cy="1046225"/>
        </p:xfrm>
        <a:graphic>
          <a:graphicData uri="http://schemas.openxmlformats.org/drawingml/2006/table">
            <a:tbl>
              <a:tblPr>
                <a:noFill/>
                <a:tableStyleId>{92CE58A5-9BC6-4E53-A9DA-EE6B6539BB91}</a:tableStyleId>
              </a:tblPr>
              <a:tblGrid>
                <a:gridCol w="6060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7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sng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What is </a:t>
                      </a:r>
                      <a:r>
                        <a:rPr lang="en-US" sz="1000" u="sng" baseline="0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Doubly Linked List </a:t>
                      </a:r>
                      <a:r>
                        <a:rPr lang="en-US" sz="1000" u="sng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?</a:t>
                      </a:r>
                      <a:endParaRPr lang="en-US" sz="1000" u="sng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sng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Why</a:t>
                      </a:r>
                      <a:r>
                        <a:rPr lang="en-US" sz="1000" u="sng" baseline="0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 do we need Doubly Linked List </a:t>
                      </a:r>
                      <a:r>
                        <a:rPr lang="en-US" sz="1000" u="sng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?</a:t>
                      </a:r>
                      <a:endParaRPr lang="en-US" sz="1000" u="sng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sng" dirty="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Operations</a:t>
                      </a:r>
                      <a:r>
                        <a:rPr lang="en-US" sz="1000" u="sng" baseline="0" dirty="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 of Doubly Linked List.</a:t>
                      </a:r>
                      <a:endParaRPr lang="en-US" sz="1000" u="sng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9935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/>
          <p:cNvSpPr txBox="1">
            <a:spLocks noGrp="1"/>
          </p:cNvSpPr>
          <p:nvPr>
            <p:ph type="title"/>
          </p:nvPr>
        </p:nvSpPr>
        <p:spPr>
          <a:xfrm>
            <a:off x="1410790" y="1564950"/>
            <a:ext cx="7646124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3200" dirty="0"/>
              <a:t>What is Doubly Linked List ?</a:t>
            </a:r>
            <a:endParaRPr lang="ar-YE" sz="3200" dirty="0"/>
          </a:p>
        </p:txBody>
      </p:sp>
      <p:sp>
        <p:nvSpPr>
          <p:cNvPr id="915" name="Google Shape;915;p40"/>
          <p:cNvSpPr txBox="1">
            <a:spLocks noGrp="1"/>
          </p:cNvSpPr>
          <p:nvPr>
            <p:ph type="title" idx="2"/>
          </p:nvPr>
        </p:nvSpPr>
        <p:spPr>
          <a:xfrm>
            <a:off x="335972" y="1564950"/>
            <a:ext cx="969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916" name="Google Shape;916;p40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920;p40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2" name="Google Shape;922;p4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40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5" name="Google Shape;925;p4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40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8" name="Google Shape;928;p40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0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31" name="Google Shape;931;p40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40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u="sng" dirty="0"/>
              <a:t>What is Doubly Linked List ?</a:t>
            </a:r>
            <a:br>
              <a:rPr lang="ar-YE" dirty="0"/>
            </a:br>
            <a:br>
              <a:rPr lang="en-US" dirty="0"/>
            </a:br>
            <a:endParaRPr dirty="0"/>
          </a:p>
        </p:txBody>
      </p:sp>
      <p:sp>
        <p:nvSpPr>
          <p:cNvPr id="941" name="Google Shape;941;p41"/>
          <p:cNvSpPr txBox="1">
            <a:spLocks noGrp="1"/>
          </p:cNvSpPr>
          <p:nvPr>
            <p:ph type="subTitle" idx="2"/>
          </p:nvPr>
        </p:nvSpPr>
        <p:spPr>
          <a:xfrm>
            <a:off x="1036320" y="1667624"/>
            <a:ext cx="7193280" cy="30872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A doubly linked list (DLL) is a special type of linked list in which each node contains a pointer to the previous node as well as the next node of the linked list.</a:t>
            </a:r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A DLL can be traversed in both forward and backward directions. </a:t>
            </a:r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consists of three parts: node data, pointer to the next node in sequence (next pointer) , pointer to the previous node (previous pointer). A sample node in a doubly linked list is shown in the figure.</a:t>
            </a:r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b="1" dirty="0"/>
          </a:p>
        </p:txBody>
      </p:sp>
      <p:pic>
        <p:nvPicPr>
          <p:cNvPr id="2" name="صورة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446" y="3277590"/>
            <a:ext cx="2029108" cy="14098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/>
          <p:cNvSpPr txBox="1">
            <a:spLocks noGrp="1"/>
          </p:cNvSpPr>
          <p:nvPr>
            <p:ph type="title"/>
          </p:nvPr>
        </p:nvSpPr>
        <p:spPr>
          <a:xfrm>
            <a:off x="2085024" y="1564950"/>
            <a:ext cx="6971889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200" dirty="0"/>
              <a:t>Why do we need Linked Lists ?</a:t>
            </a:r>
          </a:p>
        </p:txBody>
      </p:sp>
      <p:sp>
        <p:nvSpPr>
          <p:cNvPr id="915" name="Google Shape;915;p40"/>
          <p:cNvSpPr txBox="1">
            <a:spLocks noGrp="1"/>
          </p:cNvSpPr>
          <p:nvPr>
            <p:ph type="title" idx="2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916" name="Google Shape;916;p40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920;p40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2" name="Google Shape;922;p4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40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5" name="Google Shape;925;p4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40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8" name="Google Shape;928;p40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0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31" name="Google Shape;931;p40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40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6590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dirty="0"/>
              <a:t>Why do we need Linked Lists ?</a:t>
            </a:r>
            <a:endParaRPr lang="en-US" dirty="0"/>
          </a:p>
        </p:txBody>
      </p:sp>
      <p:sp>
        <p:nvSpPr>
          <p:cNvPr id="941" name="Google Shape;941;p41"/>
          <p:cNvSpPr txBox="1">
            <a:spLocks noGrp="1"/>
          </p:cNvSpPr>
          <p:nvPr>
            <p:ph type="subTitle" idx="2"/>
          </p:nvPr>
        </p:nvSpPr>
        <p:spPr>
          <a:xfrm>
            <a:off x="1097280" y="1846217"/>
            <a:ext cx="7193280" cy="11234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>
                    <a:lumMod val="10000"/>
                  </a:schemeClr>
                </a:solidFill>
              </a:rPr>
              <a:t>Because It allows traversing in both forward and backward directions because of the next and previous pointers, unlike the singly linked list that allows traversing in one direction only, </a:t>
            </a:r>
          </a:p>
        </p:txBody>
      </p:sp>
    </p:spTree>
    <p:extLst>
      <p:ext uri="{BB962C8B-B14F-4D97-AF65-F5344CB8AC3E}">
        <p14:creationId xmlns:p14="http://schemas.microsoft.com/office/powerpoint/2010/main" val="4294703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dirty="0"/>
              <a:t>Assignment</a:t>
            </a:r>
            <a:endParaRPr lang="en-US" dirty="0"/>
          </a:p>
        </p:txBody>
      </p:sp>
      <p:sp>
        <p:nvSpPr>
          <p:cNvPr id="941" name="Google Shape;941;p41"/>
          <p:cNvSpPr txBox="1">
            <a:spLocks noGrp="1"/>
          </p:cNvSpPr>
          <p:nvPr>
            <p:ph type="subTitle" idx="2"/>
          </p:nvPr>
        </p:nvSpPr>
        <p:spPr>
          <a:xfrm>
            <a:off x="1097280" y="1454331"/>
            <a:ext cx="7193280" cy="17330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lnSpc>
                <a:spcPct val="150000"/>
              </a:lnSpc>
            </a:pPr>
            <a:r>
              <a:rPr lang="en-US" sz="1600" b="1" dirty="0">
                <a:solidFill>
                  <a:srgbClr val="C00000"/>
                </a:solidFill>
              </a:rPr>
              <a:t>! Important...</a:t>
            </a:r>
          </a:p>
          <a:p>
            <a:pPr marL="171450" lvl="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>
                    <a:lumMod val="10000"/>
                  </a:schemeClr>
                </a:solidFill>
              </a:rPr>
              <a:t>Search about Pros and cons of using a doubly linked list.</a:t>
            </a:r>
          </a:p>
          <a:p>
            <a:pPr marL="171450" lvl="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>
                    <a:lumMod val="10000"/>
                  </a:schemeClr>
                </a:solidFill>
              </a:rPr>
              <a:t>Search About Applications of doubly and singly linked list.</a:t>
            </a:r>
          </a:p>
        </p:txBody>
      </p:sp>
    </p:spTree>
    <p:extLst>
      <p:ext uri="{BB962C8B-B14F-4D97-AF65-F5344CB8AC3E}">
        <p14:creationId xmlns:p14="http://schemas.microsoft.com/office/powerpoint/2010/main" val="1527084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/>
          <p:cNvSpPr txBox="1">
            <a:spLocks noGrp="1"/>
          </p:cNvSpPr>
          <p:nvPr>
            <p:ph type="title"/>
          </p:nvPr>
        </p:nvSpPr>
        <p:spPr>
          <a:xfrm>
            <a:off x="1577094" y="1591102"/>
            <a:ext cx="7436277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200" dirty="0"/>
              <a:t>Operations of Doubly Linked Lists.</a:t>
            </a:r>
          </a:p>
        </p:txBody>
      </p:sp>
      <p:sp>
        <p:nvSpPr>
          <p:cNvPr id="915" name="Google Shape;915;p40"/>
          <p:cNvSpPr txBox="1">
            <a:spLocks noGrp="1"/>
          </p:cNvSpPr>
          <p:nvPr>
            <p:ph type="title" idx="2"/>
          </p:nvPr>
        </p:nvSpPr>
        <p:spPr>
          <a:xfrm>
            <a:off x="640772" y="1564950"/>
            <a:ext cx="969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916" name="Google Shape;916;p40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920;p40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2" name="Google Shape;922;p4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40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5" name="Google Shape;925;p4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40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28" name="Google Shape;928;p40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0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931" name="Google Shape;931;p40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40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16931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Operations of Doubly Linked Lists.</a:t>
            </a:r>
          </a:p>
        </p:txBody>
      </p:sp>
      <p:sp>
        <p:nvSpPr>
          <p:cNvPr id="941" name="Google Shape;941;p41"/>
          <p:cNvSpPr txBox="1">
            <a:spLocks noGrp="1"/>
          </p:cNvSpPr>
          <p:nvPr>
            <p:ph type="subTitle" idx="2"/>
          </p:nvPr>
        </p:nvSpPr>
        <p:spPr>
          <a:xfrm>
            <a:off x="1036320" y="1667625"/>
            <a:ext cx="7193280" cy="17200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C00000"/>
                </a:solidFill>
              </a:rPr>
              <a:t>Traversal</a:t>
            </a:r>
            <a:r>
              <a:rPr lang="en-US" b="1" dirty="0">
                <a:solidFill>
                  <a:schemeClr val="tx1"/>
                </a:solidFill>
              </a:rPr>
              <a:t>: accessing all the elements of the list starting from the head node to the last node. </a:t>
            </a:r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C00000"/>
                </a:solidFill>
              </a:rPr>
              <a:t>Insertion</a:t>
            </a:r>
            <a:r>
              <a:rPr lang="en-US" b="1" dirty="0">
                <a:solidFill>
                  <a:schemeClr val="tx1"/>
                </a:solidFill>
              </a:rPr>
              <a:t>: To add/insert a new node to the list.</a:t>
            </a:r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C00000"/>
                </a:solidFill>
              </a:rPr>
              <a:t>Deletion</a:t>
            </a:r>
            <a:r>
              <a:rPr lang="en-US" b="1" dirty="0">
                <a:solidFill>
                  <a:schemeClr val="tx1"/>
                </a:solidFill>
              </a:rPr>
              <a:t>: To remove any existing node from the list.</a:t>
            </a:r>
          </a:p>
          <a:p>
            <a:pPr marL="171450" lvl="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C00000"/>
                </a:solidFill>
              </a:rPr>
              <a:t>Searching</a:t>
            </a:r>
            <a:r>
              <a:rPr lang="en-US" b="1" dirty="0">
                <a:solidFill>
                  <a:schemeClr val="tx1"/>
                </a:solidFill>
              </a:rPr>
              <a:t>: To find a node in the list.</a:t>
            </a:r>
            <a:endParaRPr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860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47"/>
          <p:cNvSpPr txBox="1">
            <a:spLocks noGrp="1"/>
          </p:cNvSpPr>
          <p:nvPr>
            <p:ph type="title"/>
          </p:nvPr>
        </p:nvSpPr>
        <p:spPr>
          <a:xfrm>
            <a:off x="1768550" y="1636650"/>
            <a:ext cx="5607000" cy="10630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Analytics Strategy Toolkit by Slidesgo">
  <a:themeElements>
    <a:clrScheme name="Simple Light">
      <a:dk1>
        <a:srgbClr val="202331"/>
      </a:dk1>
      <a:lt1>
        <a:srgbClr val="F8F4F4"/>
      </a:lt1>
      <a:dk2>
        <a:srgbClr val="1BBBE9"/>
      </a:dk2>
      <a:lt2>
        <a:srgbClr val="2C7EC7"/>
      </a:lt2>
      <a:accent1>
        <a:srgbClr val="0B53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023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270</Words>
  <Application>Microsoft Office PowerPoint</Application>
  <PresentationFormat>عرض على الشاشة (16:9)</PresentationFormat>
  <Paragraphs>27</Paragraphs>
  <Slides>10</Slides>
  <Notes>10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7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8" baseType="lpstr">
      <vt:lpstr>Poppins ExtraBold</vt:lpstr>
      <vt:lpstr>Poppins</vt:lpstr>
      <vt:lpstr>Wingdings</vt:lpstr>
      <vt:lpstr>Barlow</vt:lpstr>
      <vt:lpstr>Arial</vt:lpstr>
      <vt:lpstr>Poppins Black</vt:lpstr>
      <vt:lpstr>Nunito Light</vt:lpstr>
      <vt:lpstr>Data Analytics Strategy Toolkit by Slidesgo</vt:lpstr>
      <vt:lpstr>DATA STRUCTURES &amp; ALGORITHMS</vt:lpstr>
      <vt:lpstr>CONTENTS</vt:lpstr>
      <vt:lpstr>What is Doubly Linked List ?</vt:lpstr>
      <vt:lpstr>What is Doubly Linked List ?  </vt:lpstr>
      <vt:lpstr>Why do we need Linked Lists ?</vt:lpstr>
      <vt:lpstr>Why do we need Linked Lists ?</vt:lpstr>
      <vt:lpstr>Assignment</vt:lpstr>
      <vt:lpstr>Operations of Doubly Linked Lists.</vt:lpstr>
      <vt:lpstr>Operations of Doubly Linked Lists.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 &amp; ALGORITHMS</dc:title>
  <cp:lastModifiedBy>Suad Aljuaid</cp:lastModifiedBy>
  <cp:revision>35</cp:revision>
  <dcterms:modified xsi:type="dcterms:W3CDTF">2025-11-03T18:02:43Z</dcterms:modified>
</cp:coreProperties>
</file>