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74" r:id="rId6"/>
    <p:sldId id="268" r:id="rId7"/>
    <p:sldId id="271" r:id="rId8"/>
    <p:sldId id="270" r:id="rId9"/>
    <p:sldId id="269" r:id="rId10"/>
    <p:sldId id="276" r:id="rId11"/>
    <p:sldId id="278" r:id="rId12"/>
    <p:sldId id="279" r:id="rId13"/>
    <p:sldId id="267" r:id="rId14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Nunito Light" pitchFamily="2" charset="0"/>
      <p:regular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Black" panose="00000A00000000000000" pitchFamily="2" charset="0"/>
      <p:bold r:id="rId25"/>
      <p:boldItalic r:id="rId26"/>
    </p:embeddedFont>
    <p:embeddedFont>
      <p:font typeface="Poppins ExtraBold" panose="00000900000000000000" pitchFamily="2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CE58A5-9BC6-4E53-A9DA-EE6B6539BB91}">
  <a:tblStyle styleId="{92CE58A5-9BC6-4E53-A9DA-EE6B6539B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CC4629A-0290-4D52-9FD2-F348AC0D87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4602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708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45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469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466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787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732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864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8" r:id="rId5"/>
    <p:sldLayoutId id="2147483667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74171" y="1528071"/>
            <a:ext cx="8525691" cy="12325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DATA STRUCTURES &amp; ALGORITHMS</a:t>
            </a:r>
            <a:endParaRPr sz="32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graphicFrame>
        <p:nvGraphicFramePr>
          <p:cNvPr id="800" name="Google Shape;800;p37"/>
          <p:cNvGraphicFramePr/>
          <p:nvPr>
            <p:extLst>
              <p:ext uri="{D42A27DB-BD31-4B8C-83A1-F6EECF244321}">
                <p14:modId xmlns:p14="http://schemas.microsoft.com/office/powerpoint/2010/main" val="3882023794"/>
              </p:ext>
            </p:extLst>
          </p:nvPr>
        </p:nvGraphicFramePr>
        <p:xfrm>
          <a:off x="1541915" y="1640404"/>
          <a:ext cx="6060169" cy="1046225"/>
        </p:xfrm>
        <a:graphic>
          <a:graphicData uri="http://schemas.openxmlformats.org/drawingml/2006/table">
            <a:tbl>
              <a:tblPr>
                <a:noFill/>
                <a:tableStyleId>{92CE58A5-9BC6-4E53-A9DA-EE6B6539BB91}</a:tableStyleId>
              </a:tblPr>
              <a:tblGrid>
                <a:gridCol w="6060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Why</a:t>
                      </a:r>
                      <a:r>
                        <a:rPr lang="en-US" sz="1000" u="sng" baseline="0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 is Linked List </a:t>
                      </a: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?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Types of Linked Lists.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Linked List Operations.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1410790" y="1564950"/>
            <a:ext cx="764612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dirty="0"/>
              <a:t>What is Linked List ?</a:t>
            </a:r>
            <a:endParaRPr lang="ar-YE" sz="3200" dirty="0"/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335972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u="sng" dirty="0"/>
              <a:t>What is LinkedList ?</a:t>
            </a:r>
            <a:br>
              <a:rPr lang="ar-YE" dirty="0"/>
            </a:br>
            <a:br>
              <a:rPr lang="en-US" dirty="0"/>
            </a:br>
            <a:endParaRPr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36320" y="1667625"/>
            <a:ext cx="7193280" cy="2460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a dynamic data structure whose size increases as you add the elements and decreases as you remove the elements from the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LinkedList is a linear data structure used to store the elements in contiguous locations.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Each LinkedList has head (first node) and tail (last node).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The LinkedList stores its items in "containers." The list has a link to the first container and each container has a link to the next container in the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A container is also known as a node.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Each node consists of two parts , the first is data and the second is a pointer (link) to the next node.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/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u="sng" dirty="0"/>
              <a:t>What is Linked List ?</a:t>
            </a:r>
            <a:br>
              <a:rPr lang="ar-YE" dirty="0"/>
            </a:br>
            <a:br>
              <a:rPr lang="en-US" dirty="0"/>
            </a:br>
            <a:endParaRPr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58" y="1404876"/>
            <a:ext cx="6687483" cy="2838846"/>
          </a:xfrm>
          <a:prstGeom prst="rect">
            <a:avLst/>
          </a:prstGeom>
        </p:spPr>
      </p:pic>
      <p:sp>
        <p:nvSpPr>
          <p:cNvPr id="5" name="مستطيل 4"/>
          <p:cNvSpPr/>
          <p:nvPr/>
        </p:nvSpPr>
        <p:spPr>
          <a:xfrm>
            <a:off x="6635932" y="1593668"/>
            <a:ext cx="836023" cy="4180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</a:rPr>
              <a:t>TAIL</a:t>
            </a:r>
            <a:endParaRPr lang="ar-YE" sz="2000" b="1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7" name="رابط كسهم مستقيم 6"/>
          <p:cNvCxnSpPr/>
          <p:nvPr/>
        </p:nvCxnSpPr>
        <p:spPr>
          <a:xfrm>
            <a:off x="7132320" y="2011676"/>
            <a:ext cx="1" cy="3949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551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4" y="1564950"/>
            <a:ext cx="6971889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Types of Linked Lists.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659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Types of Linked Lists.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97280" y="1197362"/>
            <a:ext cx="7193280" cy="2695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There Are Various Types of Linked List. They Are:</a:t>
            </a:r>
          </a:p>
          <a:p>
            <a:pPr marL="628650" lvl="1" indent="-17145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Singular Linked List.</a:t>
            </a:r>
          </a:p>
          <a:p>
            <a:pPr marL="628650" lvl="1" indent="-17145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Doubly Linked List.</a:t>
            </a:r>
          </a:p>
          <a:p>
            <a:pPr marL="628650" lvl="1" indent="-17145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Circular Linked List.</a:t>
            </a:r>
          </a:p>
        </p:txBody>
      </p:sp>
    </p:spTree>
    <p:extLst>
      <p:ext uri="{BB962C8B-B14F-4D97-AF65-F5344CB8AC3E}">
        <p14:creationId xmlns:p14="http://schemas.microsoft.com/office/powerpoint/2010/main" val="429470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4" y="1564950"/>
            <a:ext cx="6971889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Operations of Linked Lists.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693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Operations of Linked Lists.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36320" y="1667625"/>
            <a:ext cx="7193280" cy="1720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Traversal</a:t>
            </a:r>
            <a:r>
              <a:rPr lang="en-US" b="1" dirty="0">
                <a:solidFill>
                  <a:schemeClr val="tx1"/>
                </a:solidFill>
              </a:rPr>
              <a:t>: accessing all the elements of the list starting from the head node to the last node. 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Insertion</a:t>
            </a:r>
            <a:r>
              <a:rPr lang="en-US" b="1" dirty="0">
                <a:solidFill>
                  <a:schemeClr val="tx1"/>
                </a:solidFill>
              </a:rPr>
              <a:t>: To add/insert a new node to the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Deletion</a:t>
            </a:r>
            <a:r>
              <a:rPr lang="en-US" b="1" dirty="0">
                <a:solidFill>
                  <a:schemeClr val="tx1"/>
                </a:solidFill>
              </a:rPr>
              <a:t>: To remove any existing node from the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Searching</a:t>
            </a:r>
            <a:r>
              <a:rPr lang="en-US" b="1" dirty="0">
                <a:solidFill>
                  <a:schemeClr val="tx1"/>
                </a:solidFill>
              </a:rPr>
              <a:t>: To find a node in the list.</a:t>
            </a:r>
            <a:endParaRPr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86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Operations of Linked Lists.</a:t>
            </a:r>
          </a:p>
        </p:txBody>
      </p:sp>
      <p:sp>
        <p:nvSpPr>
          <p:cNvPr id="2" name="مستطيل 1"/>
          <p:cNvSpPr/>
          <p:nvPr/>
        </p:nvSpPr>
        <p:spPr>
          <a:xfrm>
            <a:off x="7003701" y="1346479"/>
            <a:ext cx="512466" cy="20096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YE"/>
          </a:p>
        </p:txBody>
      </p:sp>
      <p:sp>
        <p:nvSpPr>
          <p:cNvPr id="7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47840" y="943609"/>
            <a:ext cx="7193280" cy="4125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Insert :</a:t>
            </a: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(1) </a:t>
            </a: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(2)</a:t>
            </a:r>
          </a:p>
          <a:p>
            <a:pPr marL="0" lvl="0" indent="0" algn="ctr">
              <a:lnSpc>
                <a:spcPct val="150000"/>
              </a:lnSpc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40" y="1623424"/>
            <a:ext cx="3937590" cy="1322111"/>
          </a:xfrm>
          <a:prstGeom prst="rect">
            <a:avLst/>
          </a:prstGeom>
        </p:spPr>
      </p:pic>
      <p:pic>
        <p:nvPicPr>
          <p:cNvPr id="8" name="صورة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240" y="3307033"/>
            <a:ext cx="3924480" cy="13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1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Operations of Linked Lists.</a:t>
            </a:r>
          </a:p>
        </p:txBody>
      </p:sp>
      <p:sp>
        <p:nvSpPr>
          <p:cNvPr id="2" name="مستطيل 1"/>
          <p:cNvSpPr/>
          <p:nvPr/>
        </p:nvSpPr>
        <p:spPr>
          <a:xfrm>
            <a:off x="7003701" y="1346479"/>
            <a:ext cx="512466" cy="20096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YE"/>
          </a:p>
        </p:txBody>
      </p:sp>
      <p:sp>
        <p:nvSpPr>
          <p:cNvPr id="7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47840" y="943609"/>
            <a:ext cx="7193280" cy="4125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Insert :</a:t>
            </a: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(3) </a:t>
            </a: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(4)</a:t>
            </a:r>
          </a:p>
          <a:p>
            <a:pPr marL="0" lvl="0" indent="0" algn="ctr">
              <a:lnSpc>
                <a:spcPct val="150000"/>
              </a:lnSpc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40" y="1556154"/>
            <a:ext cx="3924480" cy="1388409"/>
          </a:xfrm>
          <a:prstGeom prst="rect">
            <a:avLst/>
          </a:prstGeom>
        </p:spPr>
      </p:pic>
      <p:pic>
        <p:nvPicPr>
          <p:cNvPr id="4" name="صورة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784" y="3265716"/>
            <a:ext cx="3924480" cy="127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4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Operations of Linked Lists.</a:t>
            </a:r>
          </a:p>
        </p:txBody>
      </p:sp>
      <p:sp>
        <p:nvSpPr>
          <p:cNvPr id="2" name="مستطيل 1"/>
          <p:cNvSpPr/>
          <p:nvPr/>
        </p:nvSpPr>
        <p:spPr>
          <a:xfrm>
            <a:off x="7003701" y="1346479"/>
            <a:ext cx="512466" cy="20096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YE"/>
          </a:p>
        </p:txBody>
      </p:sp>
      <p:sp>
        <p:nvSpPr>
          <p:cNvPr id="7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47840" y="943609"/>
            <a:ext cx="7193280" cy="4125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Deletion :</a:t>
            </a: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(1) </a:t>
            </a: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(2)</a:t>
            </a:r>
          </a:p>
          <a:p>
            <a:pPr marL="0" lvl="0" indent="0" algn="ctr">
              <a:lnSpc>
                <a:spcPct val="150000"/>
              </a:lnSpc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783" y="1694795"/>
            <a:ext cx="3924481" cy="1205158"/>
          </a:xfrm>
          <a:prstGeom prst="rect">
            <a:avLst/>
          </a:prstGeom>
        </p:spPr>
      </p:pic>
      <p:pic>
        <p:nvPicPr>
          <p:cNvPr id="6" name="صورة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783" y="3300549"/>
            <a:ext cx="3924481" cy="123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2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7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0630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295</Words>
  <Application>Microsoft Office PowerPoint</Application>
  <PresentationFormat>عرض على الشاشة (16:9)</PresentationFormat>
  <Paragraphs>58</Paragraphs>
  <Slides>13</Slides>
  <Notes>13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21" baseType="lpstr">
      <vt:lpstr>Barlow</vt:lpstr>
      <vt:lpstr>Nunito Light</vt:lpstr>
      <vt:lpstr>Poppins ExtraBold</vt:lpstr>
      <vt:lpstr>Wingdings</vt:lpstr>
      <vt:lpstr>Arial</vt:lpstr>
      <vt:lpstr>Poppins</vt:lpstr>
      <vt:lpstr>Poppins Black</vt:lpstr>
      <vt:lpstr>Data Analytics Strategy Toolkit by Slidesgo</vt:lpstr>
      <vt:lpstr>DATA STRUCTURES &amp; ALGORITHMS</vt:lpstr>
      <vt:lpstr>CONTENTS</vt:lpstr>
      <vt:lpstr>What is Linked List ?</vt:lpstr>
      <vt:lpstr>What is LinkedList ?  </vt:lpstr>
      <vt:lpstr>What is Linked List ?  </vt:lpstr>
      <vt:lpstr>Types of Linked Lists.</vt:lpstr>
      <vt:lpstr>Types of Linked Lists.</vt:lpstr>
      <vt:lpstr>Operations of Linked Lists.</vt:lpstr>
      <vt:lpstr>Operations of Linked Lists.</vt:lpstr>
      <vt:lpstr>Operations of Linked Lists.</vt:lpstr>
      <vt:lpstr>Operations of Linked Lists.</vt:lpstr>
      <vt:lpstr>Operations of Linked Lists.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</dc:title>
  <cp:lastModifiedBy>Suad Aljuaid</cp:lastModifiedBy>
  <cp:revision>28</cp:revision>
  <dcterms:modified xsi:type="dcterms:W3CDTF">2025-11-03T18:02:05Z</dcterms:modified>
</cp:coreProperties>
</file>