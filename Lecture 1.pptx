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3"/>
  </p:notesMasterIdLst>
  <p:sldIdLst>
    <p:sldId id="256" r:id="rId2"/>
    <p:sldId id="257" r:id="rId3"/>
    <p:sldId id="260" r:id="rId4"/>
    <p:sldId id="261" r:id="rId5"/>
    <p:sldId id="268" r:id="rId6"/>
    <p:sldId id="269" r:id="rId7"/>
    <p:sldId id="270" r:id="rId8"/>
    <p:sldId id="271" r:id="rId9"/>
    <p:sldId id="272" r:id="rId10"/>
    <p:sldId id="273" r:id="rId11"/>
    <p:sldId id="267" r:id="rId12"/>
  </p:sldIdLst>
  <p:sldSz cx="9144000" cy="5143500" type="screen16x9"/>
  <p:notesSz cx="6858000" cy="9144000"/>
  <p:embeddedFontLst>
    <p:embeddedFont>
      <p:font typeface="Barlow" panose="00000500000000000000" pitchFamily="2" charset="0"/>
      <p:regular r:id="rId14"/>
      <p:bold r:id="rId15"/>
      <p:italic r:id="rId16"/>
      <p:boldItalic r:id="rId17"/>
    </p:embeddedFont>
    <p:embeddedFont>
      <p:font typeface="Nunito Light" pitchFamily="2" charset="0"/>
      <p:regular r:id="rId18"/>
    </p:embeddedFont>
    <p:embeddedFont>
      <p:font typeface="Poppins" panose="020B0502040204020203" pitchFamily="2" charset="0"/>
      <p:regular r:id="rId19"/>
      <p:bold r:id="rId20"/>
      <p:italic r:id="rId21"/>
      <p:boldItalic r:id="rId22"/>
    </p:embeddedFont>
    <p:embeddedFont>
      <p:font typeface="Poppins Black" panose="020B0502040204020203" pitchFamily="2" charset="0"/>
      <p:bold r:id="rId23"/>
      <p:boldItalic r:id="rId24"/>
    </p:embeddedFont>
    <p:embeddedFont>
      <p:font typeface="Poppins ExtraBold" panose="020B0502040204020203" pitchFamily="2" charset="0"/>
      <p:bold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CE58A5-9BC6-4E53-A9DA-EE6B6539BB91}">
  <a:tblStyle styleId="{92CE58A5-9BC6-4E53-A9DA-EE6B6539BB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CC4629A-0290-4D52-9FD2-F348AC0D871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94"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9708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9466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469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7645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970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5649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6" name="Google Shape;1096;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782" y="-1232671"/>
            <a:ext cx="9807905" cy="7974474"/>
            <a:chOff x="-6782" y="-1232671"/>
            <a:chExt cx="9807905" cy="7974474"/>
          </a:xfrm>
        </p:grpSpPr>
        <p:sp>
          <p:nvSpPr>
            <p:cNvPr id="10" name="Google Shape;10;p2"/>
            <p:cNvSpPr/>
            <p:nvPr/>
          </p:nvSpPr>
          <p:spPr>
            <a:xfrm rot="-5400000">
              <a:off x="7120124" y="40608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 y="4104678"/>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6782" y="-1232671"/>
              <a:ext cx="9150782"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885529" y="302485"/>
            <a:ext cx="10998540" cy="4878740"/>
            <a:chOff x="-885529" y="302485"/>
            <a:chExt cx="10998540" cy="4878740"/>
          </a:xfrm>
        </p:grpSpPr>
        <p:sp>
          <p:nvSpPr>
            <p:cNvPr id="14" name="Google Shape;14;p2"/>
            <p:cNvSpPr/>
            <p:nvPr/>
          </p:nvSpPr>
          <p:spPr>
            <a:xfrm>
              <a:off x="2581296" y="4914218"/>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7266974" y="493784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93550" y="4455724"/>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flipH="1">
              <a:off x="8291042" y="569492"/>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flipH="1">
              <a:off x="-885529" y="302485"/>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689412" y="-2417039"/>
            <a:ext cx="11168660" cy="9105554"/>
            <a:chOff x="-689412" y="-2417039"/>
            <a:chExt cx="11168660" cy="9105554"/>
          </a:xfrm>
        </p:grpSpPr>
        <p:grpSp>
          <p:nvGrpSpPr>
            <p:cNvPr id="20" name="Google Shape;20;p2"/>
            <p:cNvGrpSpPr/>
            <p:nvPr/>
          </p:nvGrpSpPr>
          <p:grpSpPr>
            <a:xfrm>
              <a:off x="6699625" y="4455725"/>
              <a:ext cx="3779622" cy="1782883"/>
              <a:chOff x="5782225" y="4455725"/>
              <a:chExt cx="3779622" cy="1782883"/>
            </a:xfrm>
          </p:grpSpPr>
          <p:sp>
            <p:nvSpPr>
              <p:cNvPr id="21" name="Google Shape;21;p2"/>
              <p:cNvSpPr/>
              <p:nvPr/>
            </p:nvSpPr>
            <p:spPr>
              <a:xfrm>
                <a:off x="6756575" y="445572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782225" y="470120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48925" y="4604000"/>
              <a:ext cx="5424616" cy="2084515"/>
              <a:chOff x="0" y="4604000"/>
              <a:chExt cx="5424616" cy="2084515"/>
            </a:xfrm>
          </p:grpSpPr>
          <p:sp>
            <p:nvSpPr>
              <p:cNvPr id="24" name="Google Shape;24;p2"/>
              <p:cNvSpPr/>
              <p:nvPr/>
            </p:nvSpPr>
            <p:spPr>
              <a:xfrm>
                <a:off x="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92960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rot="10800000">
              <a:off x="-689412" y="-117347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4880516" y="-24170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2"/>
          <p:cNvSpPr txBox="1">
            <a:spLocks noGrp="1"/>
          </p:cNvSpPr>
          <p:nvPr>
            <p:ph type="ctrTitle"/>
          </p:nvPr>
        </p:nvSpPr>
        <p:spPr>
          <a:xfrm>
            <a:off x="1394250" y="1432275"/>
            <a:ext cx="6355500" cy="16101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300"/>
              <a:buNone/>
              <a:defRPr sz="4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9" name="Google Shape;29;p2"/>
          <p:cNvSpPr txBox="1">
            <a:spLocks noGrp="1"/>
          </p:cNvSpPr>
          <p:nvPr>
            <p:ph type="subTitle" idx="1"/>
          </p:nvPr>
        </p:nvSpPr>
        <p:spPr>
          <a:xfrm>
            <a:off x="1394250" y="3058425"/>
            <a:ext cx="6355500" cy="38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3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grpSp>
        <p:nvGrpSpPr>
          <p:cNvPr id="31" name="Google Shape;31;p3"/>
          <p:cNvGrpSpPr/>
          <p:nvPr/>
        </p:nvGrpSpPr>
        <p:grpSpPr>
          <a:xfrm>
            <a:off x="-642935" y="-1483293"/>
            <a:ext cx="10417533" cy="7928897"/>
            <a:chOff x="-642935" y="-1483293"/>
            <a:chExt cx="10417533" cy="7928897"/>
          </a:xfrm>
        </p:grpSpPr>
        <p:sp>
          <p:nvSpPr>
            <p:cNvPr id="32" name="Google Shape;32;p3"/>
            <p:cNvSpPr/>
            <p:nvPr/>
          </p:nvSpPr>
          <p:spPr>
            <a:xfrm rot="10800000">
              <a:off x="-642935" y="-148329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6254199" y="46040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3"/>
          <p:cNvGrpSpPr/>
          <p:nvPr/>
        </p:nvGrpSpPr>
        <p:grpSpPr>
          <a:xfrm>
            <a:off x="-732996" y="7"/>
            <a:ext cx="7266640" cy="5159850"/>
            <a:chOff x="-732996" y="7"/>
            <a:chExt cx="7266640" cy="5159850"/>
          </a:xfrm>
        </p:grpSpPr>
        <p:sp>
          <p:nvSpPr>
            <p:cNvPr id="35" name="Google Shape;35;p3"/>
            <p:cNvSpPr/>
            <p:nvPr/>
          </p:nvSpPr>
          <p:spPr>
            <a:xfrm rot="10800000">
              <a:off x="4161656" y="497632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10800000">
              <a:off x="5115392" y="7"/>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732996" y="4324988"/>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p:nvPr>
        </p:nvSpPr>
        <p:spPr>
          <a:xfrm>
            <a:off x="2085025" y="1564950"/>
            <a:ext cx="4158300" cy="1511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9" name="Google Shape;39;p3"/>
          <p:cNvSpPr txBox="1">
            <a:spLocks noGrp="1"/>
          </p:cNvSpPr>
          <p:nvPr>
            <p:ph type="title" idx="2" hasCustomPrompt="1"/>
          </p:nvPr>
        </p:nvSpPr>
        <p:spPr>
          <a:xfrm>
            <a:off x="1050075" y="1564950"/>
            <a:ext cx="969000" cy="1511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Poppins"/>
              <a:buNone/>
              <a:defRPr sz="4100">
                <a:latin typeface="Poppins"/>
                <a:ea typeface="Poppins"/>
                <a:cs typeface="Poppins"/>
                <a:sym typeface="Poppins"/>
              </a:defRPr>
            </a:lvl1pPr>
            <a:lvl2pPr lvl="1"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2pPr>
            <a:lvl3pPr lvl="2"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3pPr>
            <a:lvl4pPr lvl="3"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4pPr>
            <a:lvl5pPr lvl="4"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5pPr>
            <a:lvl6pPr lvl="5"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6pPr>
            <a:lvl7pPr lvl="6"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7pPr>
            <a:lvl8pPr lvl="7"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8pPr>
            <a:lvl9pPr lvl="8"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9pPr>
          </a:lstStyle>
          <a:p>
            <a:r>
              <a:t>xx%</a:t>
            </a:r>
          </a:p>
        </p:txBody>
      </p:sp>
      <p:grpSp>
        <p:nvGrpSpPr>
          <p:cNvPr id="40" name="Google Shape;40;p3"/>
          <p:cNvGrpSpPr/>
          <p:nvPr/>
        </p:nvGrpSpPr>
        <p:grpSpPr>
          <a:xfrm>
            <a:off x="-10" y="-2237114"/>
            <a:ext cx="9822707" cy="9720614"/>
            <a:chOff x="-10" y="-2237114"/>
            <a:chExt cx="9822707" cy="9720614"/>
          </a:xfrm>
        </p:grpSpPr>
        <p:sp>
          <p:nvSpPr>
            <p:cNvPr id="41" name="Google Shape;41;p3"/>
            <p:cNvSpPr/>
            <p:nvPr/>
          </p:nvSpPr>
          <p:spPr>
            <a:xfrm rot="10800000">
              <a:off x="4707290" y="-2237114"/>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10" y="446596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flipH="1">
            <a:off x="-1344315" y="539496"/>
            <a:ext cx="3074607" cy="453954"/>
            <a:chOff x="5478797" y="847321"/>
            <a:chExt cx="3074607" cy="453954"/>
          </a:xfrm>
        </p:grpSpPr>
        <p:grpSp>
          <p:nvGrpSpPr>
            <p:cNvPr id="44" name="Google Shape;44;p3"/>
            <p:cNvGrpSpPr/>
            <p:nvPr/>
          </p:nvGrpSpPr>
          <p:grpSpPr>
            <a:xfrm flipH="1">
              <a:off x="5675409" y="922405"/>
              <a:ext cx="2877996" cy="223763"/>
              <a:chOff x="1687059" y="2012316"/>
              <a:chExt cx="3573375" cy="277863"/>
            </a:xfrm>
          </p:grpSpPr>
          <p:sp>
            <p:nvSpPr>
              <p:cNvPr id="45" name="Google Shape;45;p3"/>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46" name="Google Shape;46;p3"/>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flipH="1">
              <a:off x="5478797" y="1255615"/>
              <a:ext cx="3010303" cy="45661"/>
              <a:chOff x="1766900" y="2869225"/>
              <a:chExt cx="3737650" cy="56700"/>
            </a:xfrm>
          </p:grpSpPr>
          <p:cxnSp>
            <p:nvCxnSpPr>
              <p:cNvPr id="48" name="Google Shape;48;p3"/>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9" name="Google Shape;49;p3"/>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3"/>
            <p:cNvGrpSpPr/>
            <p:nvPr/>
          </p:nvGrpSpPr>
          <p:grpSpPr>
            <a:xfrm flipH="1">
              <a:off x="6072799" y="847321"/>
              <a:ext cx="2430997" cy="185534"/>
              <a:chOff x="1748547" y="1392116"/>
              <a:chExt cx="5911958" cy="451312"/>
            </a:xfrm>
          </p:grpSpPr>
          <p:sp>
            <p:nvSpPr>
              <p:cNvPr id="51" name="Google Shape;51;p3"/>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grpSp>
        <p:nvGrpSpPr>
          <p:cNvPr id="54" name="Google Shape;54;p4"/>
          <p:cNvGrpSpPr/>
          <p:nvPr/>
        </p:nvGrpSpPr>
        <p:grpSpPr>
          <a:xfrm>
            <a:off x="7852085" y="4186321"/>
            <a:ext cx="3074607" cy="453954"/>
            <a:chOff x="5478797" y="847321"/>
            <a:chExt cx="3074607" cy="453954"/>
          </a:xfrm>
        </p:grpSpPr>
        <p:grpSp>
          <p:nvGrpSpPr>
            <p:cNvPr id="55" name="Google Shape;55;p4"/>
            <p:cNvGrpSpPr/>
            <p:nvPr/>
          </p:nvGrpSpPr>
          <p:grpSpPr>
            <a:xfrm flipH="1">
              <a:off x="5675409" y="922405"/>
              <a:ext cx="2877996" cy="223763"/>
              <a:chOff x="1687059" y="2012316"/>
              <a:chExt cx="3573375" cy="277863"/>
            </a:xfrm>
          </p:grpSpPr>
          <p:sp>
            <p:nvSpPr>
              <p:cNvPr id="56" name="Google Shape;56;p4"/>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57" name="Google Shape;57;p4"/>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4"/>
            <p:cNvGrpSpPr/>
            <p:nvPr/>
          </p:nvGrpSpPr>
          <p:grpSpPr>
            <a:xfrm flipH="1">
              <a:off x="6072799" y="847321"/>
              <a:ext cx="2430997" cy="185534"/>
              <a:chOff x="1748547" y="1392116"/>
              <a:chExt cx="5911958" cy="451312"/>
            </a:xfrm>
          </p:grpSpPr>
          <p:sp>
            <p:nvSpPr>
              <p:cNvPr id="59" name="Google Shape;59;p4"/>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60" name="Google Shape;60;p4"/>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4"/>
            <p:cNvGrpSpPr/>
            <p:nvPr/>
          </p:nvGrpSpPr>
          <p:grpSpPr>
            <a:xfrm flipH="1">
              <a:off x="5478797" y="1255615"/>
              <a:ext cx="3010303" cy="45661"/>
              <a:chOff x="1766900" y="2869225"/>
              <a:chExt cx="3737650" cy="56700"/>
            </a:xfrm>
          </p:grpSpPr>
          <p:cxnSp>
            <p:nvCxnSpPr>
              <p:cNvPr id="62" name="Google Shape;62;p4"/>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63" name="Google Shape;63;p4"/>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 name="Google Shape;64;p4"/>
          <p:cNvGrpSpPr/>
          <p:nvPr/>
        </p:nvGrpSpPr>
        <p:grpSpPr>
          <a:xfrm>
            <a:off x="-522276" y="-1302097"/>
            <a:ext cx="7191391" cy="7853482"/>
            <a:chOff x="-522276" y="-1302097"/>
            <a:chExt cx="7191391" cy="7853482"/>
          </a:xfrm>
        </p:grpSpPr>
        <p:sp>
          <p:nvSpPr>
            <p:cNvPr id="65" name="Google Shape;65;p4"/>
            <p:cNvSpPr/>
            <p:nvPr/>
          </p:nvSpPr>
          <p:spPr>
            <a:xfrm flipH="1">
              <a:off x="3148717" y="4709785"/>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10800000" flipH="1">
              <a:off x="-522276" y="-130209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 name="Google Shape;68;p4"/>
          <p:cNvSpPr txBox="1">
            <a:spLocks noGrp="1"/>
          </p:cNvSpPr>
          <p:nvPr>
            <p:ph type="body" idx="1"/>
          </p:nvPr>
        </p:nvSpPr>
        <p:spPr>
          <a:xfrm>
            <a:off x="720000" y="1065989"/>
            <a:ext cx="7704000" cy="342000"/>
          </a:xfrm>
          <a:prstGeom prst="rect">
            <a:avLst/>
          </a:prstGeom>
        </p:spPr>
        <p:txBody>
          <a:bodyPr spcFirstLastPara="1" wrap="square" lIns="91425" tIns="91425" rIns="91425" bIns="91425" anchor="t" anchorCtr="0">
            <a:noAutofit/>
          </a:bodyPr>
          <a:lstStyle>
            <a:lvl1pPr marL="457200" lvl="0" indent="-304800" algn="ctr" rtl="0">
              <a:spcBef>
                <a:spcPts val="0"/>
              </a:spcBef>
              <a:spcAft>
                <a:spcPts val="0"/>
              </a:spcAft>
              <a:buSzPts val="1200"/>
              <a:buFont typeface="Nunito Light"/>
              <a:buChar char="●"/>
              <a:defRPr>
                <a:solidFill>
                  <a:schemeClr val="hlink"/>
                </a:solidFill>
                <a:latin typeface="Barlow"/>
                <a:ea typeface="Barlow"/>
                <a:cs typeface="Barlow"/>
                <a:sym typeface="Barlow"/>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69" name="Google Shape;69;p4"/>
          <p:cNvSpPr/>
          <p:nvPr/>
        </p:nvSpPr>
        <p:spPr>
          <a:xfrm flipH="1">
            <a:off x="6000549" y="460399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4"/>
          <p:cNvGrpSpPr/>
          <p:nvPr/>
        </p:nvGrpSpPr>
        <p:grpSpPr>
          <a:xfrm>
            <a:off x="4132575" y="4716825"/>
            <a:ext cx="5724316" cy="2084515"/>
            <a:chOff x="4132575" y="4716825"/>
            <a:chExt cx="5724316" cy="2084515"/>
          </a:xfrm>
        </p:grpSpPr>
        <p:sp>
          <p:nvSpPr>
            <p:cNvPr id="71" name="Google Shape;71;p4"/>
            <p:cNvSpPr/>
            <p:nvPr/>
          </p:nvSpPr>
          <p:spPr>
            <a:xfrm flipH="1">
              <a:off x="53618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flipH="1">
              <a:off x="41325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7"/>
        <p:cNvGrpSpPr/>
        <p:nvPr/>
      </p:nvGrpSpPr>
      <p:grpSpPr>
        <a:xfrm>
          <a:off x="0" y="0"/>
          <a:ext cx="0" cy="0"/>
          <a:chOff x="0" y="0"/>
          <a:chExt cx="0" cy="0"/>
        </a:xfrm>
      </p:grpSpPr>
      <p:grpSp>
        <p:nvGrpSpPr>
          <p:cNvPr id="138" name="Google Shape;138;p8"/>
          <p:cNvGrpSpPr/>
          <p:nvPr/>
        </p:nvGrpSpPr>
        <p:grpSpPr>
          <a:xfrm>
            <a:off x="-10" y="-1009617"/>
            <a:ext cx="9640083" cy="7443072"/>
            <a:chOff x="-10" y="-1009617"/>
            <a:chExt cx="9640083" cy="7443072"/>
          </a:xfrm>
        </p:grpSpPr>
        <p:sp>
          <p:nvSpPr>
            <p:cNvPr id="139" name="Google Shape;139;p8"/>
            <p:cNvSpPr/>
            <p:nvPr/>
          </p:nvSpPr>
          <p:spPr>
            <a:xfrm rot="10800000">
              <a:off x="6119674" y="-100961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flipH="1">
              <a:off x="0" y="-82735"/>
              <a:ext cx="2227897" cy="1165463"/>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flipH="1">
              <a:off x="-10" y="4522059"/>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8"/>
          <p:cNvGrpSpPr/>
          <p:nvPr/>
        </p:nvGrpSpPr>
        <p:grpSpPr>
          <a:xfrm>
            <a:off x="2503206" y="5"/>
            <a:ext cx="7007334" cy="4699016"/>
            <a:chOff x="2503206" y="5"/>
            <a:chExt cx="7007334" cy="4699016"/>
          </a:xfrm>
        </p:grpSpPr>
        <p:grpSp>
          <p:nvGrpSpPr>
            <p:cNvPr id="143" name="Google Shape;143;p8"/>
            <p:cNvGrpSpPr/>
            <p:nvPr/>
          </p:nvGrpSpPr>
          <p:grpSpPr>
            <a:xfrm>
              <a:off x="2503206" y="5"/>
              <a:ext cx="5597879" cy="4699016"/>
              <a:chOff x="2503206" y="5"/>
              <a:chExt cx="5597879" cy="4699016"/>
            </a:xfrm>
          </p:grpSpPr>
          <p:sp>
            <p:nvSpPr>
              <p:cNvPr id="144" name="Google Shape;144;p8"/>
              <p:cNvSpPr/>
              <p:nvPr/>
            </p:nvSpPr>
            <p:spPr>
              <a:xfrm flipH="1">
                <a:off x="2503206"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flipH="1">
                <a:off x="6868745" y="4467026"/>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8"/>
            <p:cNvGrpSpPr/>
            <p:nvPr/>
          </p:nvGrpSpPr>
          <p:grpSpPr>
            <a:xfrm>
              <a:off x="7937781" y="5"/>
              <a:ext cx="1572759" cy="183531"/>
              <a:chOff x="7937781" y="5"/>
              <a:chExt cx="1572759" cy="183531"/>
            </a:xfrm>
          </p:grpSpPr>
          <p:sp>
            <p:nvSpPr>
              <p:cNvPr id="147" name="Google Shape;147;p8"/>
              <p:cNvSpPr/>
              <p:nvPr/>
            </p:nvSpPr>
            <p:spPr>
              <a:xfrm>
                <a:off x="8503756"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7937781"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 name="Google Shape;149;p8"/>
          <p:cNvGrpSpPr/>
          <p:nvPr/>
        </p:nvGrpSpPr>
        <p:grpSpPr>
          <a:xfrm>
            <a:off x="-1320285" y="-2292139"/>
            <a:ext cx="12455532" cy="9684964"/>
            <a:chOff x="-1320285" y="-2292139"/>
            <a:chExt cx="12455532" cy="9684964"/>
          </a:xfrm>
        </p:grpSpPr>
        <p:sp>
          <p:nvSpPr>
            <p:cNvPr id="150" name="Google Shape;150;p8"/>
            <p:cNvSpPr/>
            <p:nvPr/>
          </p:nvSpPr>
          <p:spPr>
            <a:xfrm flipH="1">
              <a:off x="6019840" y="4375286"/>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10800000" flipH="1">
              <a:off x="-1320285" y="-22921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432453" y="4992033"/>
              <a:ext cx="3520400" cy="207665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8"/>
          <p:cNvSpPr txBox="1">
            <a:spLocks noGrp="1"/>
          </p:cNvSpPr>
          <p:nvPr>
            <p:ph type="title"/>
          </p:nvPr>
        </p:nvSpPr>
        <p:spPr>
          <a:xfrm>
            <a:off x="1768550" y="1636650"/>
            <a:ext cx="5607000" cy="18702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5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54" name="Google Shape;154;p8"/>
          <p:cNvGrpSpPr/>
          <p:nvPr/>
        </p:nvGrpSpPr>
        <p:grpSpPr>
          <a:xfrm>
            <a:off x="-1892403" y="831971"/>
            <a:ext cx="12928869" cy="3635055"/>
            <a:chOff x="-1892403" y="831971"/>
            <a:chExt cx="12928869" cy="3635055"/>
          </a:xfrm>
        </p:grpSpPr>
        <p:grpSp>
          <p:nvGrpSpPr>
            <p:cNvPr id="155" name="Google Shape;155;p8"/>
            <p:cNvGrpSpPr/>
            <p:nvPr/>
          </p:nvGrpSpPr>
          <p:grpSpPr>
            <a:xfrm flipH="1">
              <a:off x="7436679" y="831971"/>
              <a:ext cx="3599787" cy="1044104"/>
              <a:chOff x="-1431671" y="656496"/>
              <a:chExt cx="3599787" cy="1044104"/>
            </a:xfrm>
          </p:grpSpPr>
          <p:grpSp>
            <p:nvGrpSpPr>
              <p:cNvPr id="156" name="Google Shape;156;p8"/>
              <p:cNvGrpSpPr/>
              <p:nvPr/>
            </p:nvGrpSpPr>
            <p:grpSpPr>
              <a:xfrm>
                <a:off x="-368508" y="1432892"/>
                <a:ext cx="1567047" cy="45661"/>
                <a:chOff x="1754675" y="2661275"/>
                <a:chExt cx="1945675" cy="56700"/>
              </a:xfrm>
            </p:grpSpPr>
            <p:cxnSp>
              <p:nvCxnSpPr>
                <p:cNvPr id="157" name="Google Shape;157;p8"/>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58" name="Google Shape;158;p8"/>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8"/>
              <p:cNvGrpSpPr/>
              <p:nvPr/>
            </p:nvGrpSpPr>
            <p:grpSpPr>
              <a:xfrm>
                <a:off x="-766480" y="1564412"/>
                <a:ext cx="1561280" cy="136187"/>
                <a:chOff x="1754675" y="2824000"/>
                <a:chExt cx="4728285" cy="412439"/>
              </a:xfrm>
            </p:grpSpPr>
            <p:sp>
              <p:nvSpPr>
                <p:cNvPr id="160" name="Google Shape;160;p8"/>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61" name="Google Shape;161;p8"/>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 name="Google Shape;162;p8"/>
              <p:cNvGrpSpPr/>
              <p:nvPr/>
            </p:nvGrpSpPr>
            <p:grpSpPr>
              <a:xfrm>
                <a:off x="-1431671" y="1201087"/>
                <a:ext cx="3070084" cy="102364"/>
                <a:chOff x="1779150" y="2604263"/>
                <a:chExt cx="3811875" cy="127113"/>
              </a:xfrm>
            </p:grpSpPr>
            <p:sp>
              <p:nvSpPr>
                <p:cNvPr id="163" name="Google Shape;163;p8"/>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64" name="Google Shape;164;p8"/>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8"/>
              <p:cNvGrpSpPr/>
              <p:nvPr/>
            </p:nvGrpSpPr>
            <p:grpSpPr>
              <a:xfrm>
                <a:off x="-856941" y="773805"/>
                <a:ext cx="2877996" cy="223763"/>
                <a:chOff x="1748550" y="2064750"/>
                <a:chExt cx="3573375" cy="277863"/>
              </a:xfrm>
            </p:grpSpPr>
            <p:sp>
              <p:nvSpPr>
                <p:cNvPr id="166" name="Google Shape;166;p8"/>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167" name="Google Shape;167;p8"/>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8"/>
              <p:cNvGrpSpPr/>
              <p:nvPr/>
            </p:nvGrpSpPr>
            <p:grpSpPr>
              <a:xfrm>
                <a:off x="-856882" y="656496"/>
                <a:ext cx="2430997" cy="185534"/>
                <a:chOff x="1748547" y="1392116"/>
                <a:chExt cx="5911958" cy="451312"/>
              </a:xfrm>
            </p:grpSpPr>
            <p:sp>
              <p:nvSpPr>
                <p:cNvPr id="169" name="Google Shape;169;p8"/>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170" name="Google Shape;170;p8"/>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8"/>
              <p:cNvGrpSpPr/>
              <p:nvPr/>
            </p:nvGrpSpPr>
            <p:grpSpPr>
              <a:xfrm>
                <a:off x="-842187" y="1064790"/>
                <a:ext cx="3010303" cy="45661"/>
                <a:chOff x="1766900" y="2869225"/>
                <a:chExt cx="3737650" cy="56700"/>
              </a:xfrm>
            </p:grpSpPr>
            <p:cxnSp>
              <p:nvCxnSpPr>
                <p:cNvPr id="172" name="Google Shape;172;p8"/>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73" name="Google Shape;173;p8"/>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4" name="Google Shape;174;p8"/>
            <p:cNvGrpSpPr/>
            <p:nvPr/>
          </p:nvGrpSpPr>
          <p:grpSpPr>
            <a:xfrm>
              <a:off x="-1892403" y="3926990"/>
              <a:ext cx="3427062" cy="540036"/>
              <a:chOff x="-1366378" y="3596340"/>
              <a:chExt cx="3427062" cy="540036"/>
            </a:xfrm>
          </p:grpSpPr>
          <p:grpSp>
            <p:nvGrpSpPr>
              <p:cNvPr id="175" name="Google Shape;175;p8"/>
              <p:cNvGrpSpPr/>
              <p:nvPr/>
            </p:nvGrpSpPr>
            <p:grpSpPr>
              <a:xfrm>
                <a:off x="-1366378" y="4034012"/>
                <a:ext cx="3070084" cy="102364"/>
                <a:chOff x="1779150" y="2604263"/>
                <a:chExt cx="3811875" cy="127113"/>
              </a:xfrm>
            </p:grpSpPr>
            <p:sp>
              <p:nvSpPr>
                <p:cNvPr id="176" name="Google Shape;176;p8"/>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77" name="Google Shape;177;p8"/>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8"/>
              <p:cNvGrpSpPr/>
              <p:nvPr/>
            </p:nvGrpSpPr>
            <p:grpSpPr>
              <a:xfrm flipH="1">
                <a:off x="-949619" y="3596340"/>
                <a:ext cx="3010303" cy="380635"/>
                <a:chOff x="5446772" y="1743190"/>
                <a:chExt cx="3010303" cy="380635"/>
              </a:xfrm>
            </p:grpSpPr>
            <p:grpSp>
              <p:nvGrpSpPr>
                <p:cNvPr id="179" name="Google Shape;179;p8"/>
                <p:cNvGrpSpPr/>
                <p:nvPr/>
              </p:nvGrpSpPr>
              <p:grpSpPr>
                <a:xfrm flipH="1">
                  <a:off x="5898325" y="1865405"/>
                  <a:ext cx="1567047" cy="45661"/>
                  <a:chOff x="1754675" y="2661275"/>
                  <a:chExt cx="1945675" cy="56700"/>
                </a:xfrm>
              </p:grpSpPr>
              <p:cxnSp>
                <p:nvCxnSpPr>
                  <p:cNvPr id="180" name="Google Shape;180;p8"/>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81" name="Google Shape;181;p8"/>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8"/>
                <p:cNvGrpSpPr/>
                <p:nvPr/>
              </p:nvGrpSpPr>
              <p:grpSpPr>
                <a:xfrm flipH="1">
                  <a:off x="5477439" y="1987637"/>
                  <a:ext cx="1561280" cy="136187"/>
                  <a:chOff x="1754675" y="2824000"/>
                  <a:chExt cx="4728285" cy="412439"/>
                </a:xfrm>
              </p:grpSpPr>
              <p:sp>
                <p:nvSpPr>
                  <p:cNvPr id="183" name="Google Shape;183;p8"/>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84" name="Google Shape;184;p8"/>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8"/>
                <p:cNvGrpSpPr/>
                <p:nvPr/>
              </p:nvGrpSpPr>
              <p:grpSpPr>
                <a:xfrm flipH="1">
                  <a:off x="5446772" y="1743190"/>
                  <a:ext cx="3010303" cy="45661"/>
                  <a:chOff x="1766900" y="2869225"/>
                  <a:chExt cx="3737650" cy="56700"/>
                </a:xfrm>
              </p:grpSpPr>
              <p:cxnSp>
                <p:nvCxnSpPr>
                  <p:cNvPr id="186" name="Google Shape;186;p8"/>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87" name="Google Shape;187;p8"/>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23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34"/>
        <p:cNvGrpSpPr/>
        <p:nvPr/>
      </p:nvGrpSpPr>
      <p:grpSpPr>
        <a:xfrm>
          <a:off x="0" y="0"/>
          <a:ext cx="0" cy="0"/>
          <a:chOff x="0" y="0"/>
          <a:chExt cx="0" cy="0"/>
        </a:xfrm>
      </p:grpSpPr>
      <p:sp>
        <p:nvSpPr>
          <p:cNvPr id="435" name="Google Shape;43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36" name="Google Shape;436;p21"/>
          <p:cNvSpPr txBox="1">
            <a:spLocks noGrp="1"/>
          </p:cNvSpPr>
          <p:nvPr>
            <p:ph type="subTitle" idx="1"/>
          </p:nvPr>
        </p:nvSpPr>
        <p:spPr>
          <a:xfrm>
            <a:off x="4755095" y="1667625"/>
            <a:ext cx="3040800" cy="2103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7" name="Google Shape;437;p21"/>
          <p:cNvSpPr txBox="1">
            <a:spLocks noGrp="1"/>
          </p:cNvSpPr>
          <p:nvPr>
            <p:ph type="subTitle" idx="2"/>
          </p:nvPr>
        </p:nvSpPr>
        <p:spPr>
          <a:xfrm>
            <a:off x="1348100" y="1667625"/>
            <a:ext cx="3040800" cy="2103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438" name="Google Shape;438;p21"/>
          <p:cNvGrpSpPr/>
          <p:nvPr/>
        </p:nvGrpSpPr>
        <p:grpSpPr>
          <a:xfrm rot="10800000">
            <a:off x="-106737" y="-1645006"/>
            <a:ext cx="9548249" cy="7357518"/>
            <a:chOff x="-1311525" y="-1414418"/>
            <a:chExt cx="9548249" cy="7357518"/>
          </a:xfrm>
        </p:grpSpPr>
        <p:sp>
          <p:nvSpPr>
            <p:cNvPr id="439" name="Google Shape;439;p21"/>
            <p:cNvSpPr/>
            <p:nvPr/>
          </p:nvSpPr>
          <p:spPr>
            <a:xfrm rot="10800000">
              <a:off x="-1311525" y="-1414418"/>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21"/>
            <p:cNvSpPr/>
            <p:nvPr/>
          </p:nvSpPr>
          <p:spPr>
            <a:xfrm flipH="1">
              <a:off x="-1120750" y="4056069"/>
              <a:ext cx="9357474" cy="1887032"/>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41" name="Google Shape;441;p21"/>
          <p:cNvSpPr/>
          <p:nvPr/>
        </p:nvSpPr>
        <p:spPr>
          <a:xfrm rot="10800000" flipH="1">
            <a:off x="5675306" y="495997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1"/>
          <p:cNvGrpSpPr/>
          <p:nvPr/>
        </p:nvGrpSpPr>
        <p:grpSpPr>
          <a:xfrm rot="10800000">
            <a:off x="-1228535" y="-1130234"/>
            <a:ext cx="11726682" cy="8568910"/>
            <a:chOff x="-2306160" y="-3140581"/>
            <a:chExt cx="11726682" cy="8568910"/>
          </a:xfrm>
        </p:grpSpPr>
        <p:sp>
          <p:nvSpPr>
            <p:cNvPr id="443" name="Google Shape;443;p21"/>
            <p:cNvSpPr/>
            <p:nvPr/>
          </p:nvSpPr>
          <p:spPr>
            <a:xfrm rot="10800000" flipH="1">
              <a:off x="-2306160" y="-314058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21"/>
            <p:cNvSpPr/>
            <p:nvPr/>
          </p:nvSpPr>
          <p:spPr>
            <a:xfrm rot="10800000" flipH="1">
              <a:off x="7082099" y="4876491"/>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21"/>
            <p:cNvSpPr/>
            <p:nvPr/>
          </p:nvSpPr>
          <p:spPr>
            <a:xfrm>
              <a:off x="6615250" y="389092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446" name="Google Shape;446;p21"/>
          <p:cNvGrpSpPr/>
          <p:nvPr/>
        </p:nvGrpSpPr>
        <p:grpSpPr>
          <a:xfrm rot="10800000" flipH="1">
            <a:off x="-1315487" y="4349469"/>
            <a:ext cx="3296400" cy="703085"/>
            <a:chOff x="-12" y="3628590"/>
            <a:chExt cx="3296400" cy="703085"/>
          </a:xfrm>
        </p:grpSpPr>
        <p:grpSp>
          <p:nvGrpSpPr>
            <p:cNvPr id="447" name="Google Shape;447;p21"/>
            <p:cNvGrpSpPr/>
            <p:nvPr/>
          </p:nvGrpSpPr>
          <p:grpSpPr>
            <a:xfrm>
              <a:off x="854867" y="3996692"/>
              <a:ext cx="1567047" cy="45661"/>
              <a:chOff x="1754675" y="2661275"/>
              <a:chExt cx="1945675" cy="56700"/>
            </a:xfrm>
          </p:grpSpPr>
          <p:cxnSp>
            <p:nvCxnSpPr>
              <p:cNvPr id="448" name="Google Shape;448;p2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449" name="Google Shape;449;p2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1"/>
            <p:cNvGrpSpPr/>
            <p:nvPr/>
          </p:nvGrpSpPr>
          <p:grpSpPr>
            <a:xfrm>
              <a:off x="518420" y="4195487"/>
              <a:ext cx="1561280" cy="136187"/>
              <a:chOff x="1754675" y="2824000"/>
              <a:chExt cx="4728285" cy="412439"/>
            </a:xfrm>
          </p:grpSpPr>
          <p:sp>
            <p:nvSpPr>
              <p:cNvPr id="451" name="Google Shape;451;p2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452" name="Google Shape;452;p2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21"/>
            <p:cNvGrpSpPr/>
            <p:nvPr/>
          </p:nvGrpSpPr>
          <p:grpSpPr>
            <a:xfrm>
              <a:off x="226304" y="3764887"/>
              <a:ext cx="3070084" cy="102364"/>
              <a:chOff x="1779150" y="2604263"/>
              <a:chExt cx="3811875" cy="127113"/>
            </a:xfrm>
          </p:grpSpPr>
          <p:sp>
            <p:nvSpPr>
              <p:cNvPr id="454" name="Google Shape;454;p21"/>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455" name="Google Shape;455;p21"/>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21"/>
            <p:cNvGrpSpPr/>
            <p:nvPr/>
          </p:nvGrpSpPr>
          <p:grpSpPr>
            <a:xfrm>
              <a:off x="-12" y="3628590"/>
              <a:ext cx="3010303" cy="45661"/>
              <a:chOff x="1766900" y="2869225"/>
              <a:chExt cx="3737650" cy="56700"/>
            </a:xfrm>
          </p:grpSpPr>
          <p:cxnSp>
            <p:nvCxnSpPr>
              <p:cNvPr id="457" name="Google Shape;457;p2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58" name="Google Shape;458;p2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10"/>
        <p:cNvGrpSpPr/>
        <p:nvPr/>
      </p:nvGrpSpPr>
      <p:grpSpPr>
        <a:xfrm>
          <a:off x="0" y="0"/>
          <a:ext cx="0" cy="0"/>
          <a:chOff x="0" y="0"/>
          <a:chExt cx="0" cy="0"/>
        </a:xfrm>
      </p:grpSpPr>
      <p:grpSp>
        <p:nvGrpSpPr>
          <p:cNvPr id="711" name="Google Shape;711;p31"/>
          <p:cNvGrpSpPr/>
          <p:nvPr/>
        </p:nvGrpSpPr>
        <p:grpSpPr>
          <a:xfrm rot="10800000">
            <a:off x="-1889528" y="158865"/>
            <a:ext cx="3010303" cy="380635"/>
            <a:chOff x="5446772" y="1743190"/>
            <a:chExt cx="3010303" cy="380635"/>
          </a:xfrm>
        </p:grpSpPr>
        <p:grpSp>
          <p:nvGrpSpPr>
            <p:cNvPr id="712" name="Google Shape;712;p31"/>
            <p:cNvGrpSpPr/>
            <p:nvPr/>
          </p:nvGrpSpPr>
          <p:grpSpPr>
            <a:xfrm flipH="1">
              <a:off x="5898325" y="1865405"/>
              <a:ext cx="1567047" cy="45661"/>
              <a:chOff x="1754675" y="2661275"/>
              <a:chExt cx="1945675" cy="56700"/>
            </a:xfrm>
          </p:grpSpPr>
          <p:cxnSp>
            <p:nvCxnSpPr>
              <p:cNvPr id="713" name="Google Shape;713;p3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14" name="Google Shape;714;p3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31"/>
            <p:cNvGrpSpPr/>
            <p:nvPr/>
          </p:nvGrpSpPr>
          <p:grpSpPr>
            <a:xfrm flipH="1">
              <a:off x="5477439" y="1987637"/>
              <a:ext cx="1561280" cy="136187"/>
              <a:chOff x="1754675" y="2824000"/>
              <a:chExt cx="4728285" cy="412439"/>
            </a:xfrm>
          </p:grpSpPr>
          <p:sp>
            <p:nvSpPr>
              <p:cNvPr id="716" name="Google Shape;716;p3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17" name="Google Shape;717;p3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31"/>
            <p:cNvGrpSpPr/>
            <p:nvPr/>
          </p:nvGrpSpPr>
          <p:grpSpPr>
            <a:xfrm flipH="1">
              <a:off x="5446772" y="1743190"/>
              <a:ext cx="3010303" cy="45661"/>
              <a:chOff x="1766900" y="2869225"/>
              <a:chExt cx="3737650" cy="56700"/>
            </a:xfrm>
          </p:grpSpPr>
          <p:cxnSp>
            <p:nvCxnSpPr>
              <p:cNvPr id="719" name="Google Shape;719;p3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20" name="Google Shape;720;p3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1" name="Google Shape;721;p31"/>
          <p:cNvGrpSpPr/>
          <p:nvPr/>
        </p:nvGrpSpPr>
        <p:grpSpPr>
          <a:xfrm flipH="1">
            <a:off x="1347409" y="-265593"/>
            <a:ext cx="9294978" cy="6913322"/>
            <a:chOff x="-201828" y="-265593"/>
            <a:chExt cx="9294978" cy="6913322"/>
          </a:xfrm>
        </p:grpSpPr>
        <p:sp>
          <p:nvSpPr>
            <p:cNvPr id="722" name="Google Shape;722;p31"/>
            <p:cNvSpPr/>
            <p:nvPr/>
          </p:nvSpPr>
          <p:spPr>
            <a:xfrm>
              <a:off x="-201828" y="473633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rot="10800000" flipH="1">
              <a:off x="1175807" y="-265593"/>
              <a:ext cx="1539180" cy="805095"/>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4" name="Google Shape;724;p31"/>
          <p:cNvSpPr/>
          <p:nvPr/>
        </p:nvSpPr>
        <p:spPr>
          <a:xfrm rot="10800000">
            <a:off x="794659" y="4876484"/>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1"/>
          <p:cNvSpPr/>
          <p:nvPr/>
        </p:nvSpPr>
        <p:spPr>
          <a:xfrm flipH="1">
            <a:off x="-561113" y="423005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26"/>
        <p:cNvGrpSpPr/>
        <p:nvPr/>
      </p:nvGrpSpPr>
      <p:grpSpPr>
        <a:xfrm>
          <a:off x="0" y="0"/>
          <a:ext cx="0" cy="0"/>
          <a:chOff x="0" y="0"/>
          <a:chExt cx="0" cy="0"/>
        </a:xfrm>
      </p:grpSpPr>
      <p:grpSp>
        <p:nvGrpSpPr>
          <p:cNvPr id="727" name="Google Shape;727;p32"/>
          <p:cNvGrpSpPr/>
          <p:nvPr/>
        </p:nvGrpSpPr>
        <p:grpSpPr>
          <a:xfrm flipH="1">
            <a:off x="-2028096" y="-1770656"/>
            <a:ext cx="4007050" cy="2363739"/>
            <a:chOff x="6549401" y="-1824231"/>
            <a:chExt cx="4007050" cy="2363739"/>
          </a:xfrm>
        </p:grpSpPr>
        <p:sp>
          <p:nvSpPr>
            <p:cNvPr id="728" name="Google Shape;728;p32"/>
            <p:cNvSpPr/>
            <p:nvPr/>
          </p:nvSpPr>
          <p:spPr>
            <a:xfrm>
              <a:off x="7695191" y="307513"/>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2"/>
            <p:cNvSpPr/>
            <p:nvPr/>
          </p:nvSpPr>
          <p:spPr>
            <a:xfrm rot="10800000">
              <a:off x="6549401" y="-1824231"/>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2"/>
          <p:cNvGrpSpPr/>
          <p:nvPr/>
        </p:nvGrpSpPr>
        <p:grpSpPr>
          <a:xfrm flipH="1">
            <a:off x="7391104" y="241540"/>
            <a:ext cx="3296400" cy="703085"/>
            <a:chOff x="-12" y="3628590"/>
            <a:chExt cx="3296400" cy="703085"/>
          </a:xfrm>
        </p:grpSpPr>
        <p:grpSp>
          <p:nvGrpSpPr>
            <p:cNvPr id="731" name="Google Shape;731;p32"/>
            <p:cNvGrpSpPr/>
            <p:nvPr/>
          </p:nvGrpSpPr>
          <p:grpSpPr>
            <a:xfrm>
              <a:off x="854867" y="3996692"/>
              <a:ext cx="1567047" cy="45661"/>
              <a:chOff x="1754675" y="2661275"/>
              <a:chExt cx="1945675" cy="56700"/>
            </a:xfrm>
          </p:grpSpPr>
          <p:cxnSp>
            <p:nvCxnSpPr>
              <p:cNvPr id="732" name="Google Shape;732;p32"/>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33" name="Google Shape;733;p32"/>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32"/>
            <p:cNvGrpSpPr/>
            <p:nvPr/>
          </p:nvGrpSpPr>
          <p:grpSpPr>
            <a:xfrm>
              <a:off x="518420" y="4195487"/>
              <a:ext cx="1561280" cy="136187"/>
              <a:chOff x="1754675" y="2824000"/>
              <a:chExt cx="4728285" cy="412439"/>
            </a:xfrm>
          </p:grpSpPr>
          <p:sp>
            <p:nvSpPr>
              <p:cNvPr id="735" name="Google Shape;735;p32"/>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36" name="Google Shape;736;p32"/>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32"/>
            <p:cNvGrpSpPr/>
            <p:nvPr/>
          </p:nvGrpSpPr>
          <p:grpSpPr>
            <a:xfrm>
              <a:off x="226304" y="3764887"/>
              <a:ext cx="3070084" cy="102364"/>
              <a:chOff x="1779150" y="2604263"/>
              <a:chExt cx="3811875" cy="127113"/>
            </a:xfrm>
          </p:grpSpPr>
          <p:sp>
            <p:nvSpPr>
              <p:cNvPr id="738" name="Google Shape;738;p32"/>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39" name="Google Shape;739;p32"/>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2"/>
            <p:cNvGrpSpPr/>
            <p:nvPr/>
          </p:nvGrpSpPr>
          <p:grpSpPr>
            <a:xfrm>
              <a:off x="-12" y="3628590"/>
              <a:ext cx="3010303" cy="45661"/>
              <a:chOff x="1766900" y="2869225"/>
              <a:chExt cx="3737650" cy="56700"/>
            </a:xfrm>
          </p:grpSpPr>
          <p:cxnSp>
            <p:nvCxnSpPr>
              <p:cNvPr id="741" name="Google Shape;741;p32"/>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42" name="Google Shape;742;p32"/>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3" name="Google Shape;743;p32"/>
          <p:cNvGrpSpPr/>
          <p:nvPr/>
        </p:nvGrpSpPr>
        <p:grpSpPr>
          <a:xfrm flipH="1">
            <a:off x="-1341650" y="-685669"/>
            <a:ext cx="10751988" cy="7671703"/>
            <a:chOff x="-881984" y="-739244"/>
            <a:chExt cx="10751988" cy="7671703"/>
          </a:xfrm>
        </p:grpSpPr>
        <p:sp>
          <p:nvSpPr>
            <p:cNvPr id="744" name="Google Shape;744;p32"/>
            <p:cNvSpPr/>
            <p:nvPr/>
          </p:nvSpPr>
          <p:spPr>
            <a:xfrm flipH="1">
              <a:off x="5675437" y="4457952"/>
              <a:ext cx="4194567" cy="247450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2"/>
            <p:cNvSpPr/>
            <p:nvPr/>
          </p:nvSpPr>
          <p:spPr>
            <a:xfrm rot="10800000" flipH="1">
              <a:off x="-881984" y="-739244"/>
              <a:ext cx="1959133" cy="1024867"/>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6" name="Google Shape;746;p32"/>
          <p:cNvSpPr/>
          <p:nvPr/>
        </p:nvSpPr>
        <p:spPr>
          <a:xfrm flipH="1">
            <a:off x="-417877" y="511088"/>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2"/>
          <p:cNvSpPr/>
          <p:nvPr/>
        </p:nvSpPr>
        <p:spPr>
          <a:xfrm rot="10800000" flipH="1">
            <a:off x="-621671" y="-1770656"/>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Poppins Black"/>
              <a:buNone/>
              <a:defRPr sz="26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marL="914400" lvl="1"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marL="1371600" lvl="2"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marL="1828800" lvl="3"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marL="2286000" lvl="4"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marL="2743200" lvl="5"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marL="3200400" lvl="6"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marL="3657600" lvl="7"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marL="4114800" lvl="8"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8" r:id="rId5"/>
    <p:sldLayoutId id="2147483667" r:id="rId6"/>
    <p:sldLayoutId id="2147483677" r:id="rId7"/>
    <p:sldLayoutId id="214748367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9" name="Google Shape;759;p36"/>
          <p:cNvSpPr txBox="1">
            <a:spLocks noGrp="1"/>
          </p:cNvSpPr>
          <p:nvPr>
            <p:ph type="ctrTitle"/>
          </p:nvPr>
        </p:nvSpPr>
        <p:spPr>
          <a:xfrm>
            <a:off x="174171" y="1528071"/>
            <a:ext cx="8525691" cy="123254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DATA STRUCTURES &amp; ALGORITHMS</a:t>
            </a:r>
            <a:endParaRPr sz="3200" dirty="0"/>
          </a:p>
        </p:txBody>
      </p:sp>
      <p:grpSp>
        <p:nvGrpSpPr>
          <p:cNvPr id="760" name="Google Shape;760;p36"/>
          <p:cNvGrpSpPr/>
          <p:nvPr/>
        </p:nvGrpSpPr>
        <p:grpSpPr>
          <a:xfrm rot="10800000">
            <a:off x="6662200" y="3637323"/>
            <a:ext cx="3537150" cy="626797"/>
            <a:chOff x="1199232" y="2120038"/>
            <a:chExt cx="4391793" cy="778340"/>
          </a:xfrm>
        </p:grpSpPr>
        <p:grpSp>
          <p:nvGrpSpPr>
            <p:cNvPr id="761" name="Google Shape;761;p36"/>
            <p:cNvGrpSpPr/>
            <p:nvPr/>
          </p:nvGrpSpPr>
          <p:grpSpPr>
            <a:xfrm>
              <a:off x="2227732" y="2577138"/>
              <a:ext cx="1945675" cy="56700"/>
              <a:chOff x="2227732" y="2661275"/>
              <a:chExt cx="1945675" cy="56700"/>
            </a:xfrm>
          </p:grpSpPr>
          <p:cxnSp>
            <p:nvCxnSpPr>
              <p:cNvPr id="762" name="Google Shape;762;p36"/>
              <p:cNvCxnSpPr/>
              <p:nvPr/>
            </p:nvCxnSpPr>
            <p:spPr>
              <a:xfrm>
                <a:off x="2227732"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63" name="Google Shape;763;p36"/>
              <p:cNvSpPr/>
              <p:nvPr/>
            </p:nvSpPr>
            <p:spPr>
              <a:xfrm>
                <a:off x="4116707"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36"/>
            <p:cNvGrpSpPr/>
            <p:nvPr/>
          </p:nvGrpSpPr>
          <p:grpSpPr>
            <a:xfrm>
              <a:off x="1943838" y="2729277"/>
              <a:ext cx="1938597" cy="169100"/>
              <a:chOff x="2216194" y="2593212"/>
              <a:chExt cx="4728285" cy="412439"/>
            </a:xfrm>
          </p:grpSpPr>
          <p:sp>
            <p:nvSpPr>
              <p:cNvPr id="765" name="Google Shape;765;p36"/>
              <p:cNvSpPr/>
              <p:nvPr/>
            </p:nvSpPr>
            <p:spPr>
              <a:xfrm>
                <a:off x="2216194" y="2593212"/>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66" name="Google Shape;766;p36"/>
              <p:cNvSpPr/>
              <p:nvPr/>
            </p:nvSpPr>
            <p:spPr>
              <a:xfrm>
                <a:off x="6810079" y="2871251"/>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36"/>
            <p:cNvGrpSpPr/>
            <p:nvPr/>
          </p:nvGrpSpPr>
          <p:grpSpPr>
            <a:xfrm>
              <a:off x="1779150" y="2289288"/>
              <a:ext cx="3811875" cy="127113"/>
              <a:chOff x="1779150" y="2604263"/>
              <a:chExt cx="3811875" cy="127113"/>
            </a:xfrm>
          </p:grpSpPr>
          <p:sp>
            <p:nvSpPr>
              <p:cNvPr id="768" name="Google Shape;768;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69" name="Google Shape;769;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770;p36"/>
            <p:cNvGrpSpPr/>
            <p:nvPr/>
          </p:nvGrpSpPr>
          <p:grpSpPr>
            <a:xfrm>
              <a:off x="1199232" y="2120038"/>
              <a:ext cx="3737650" cy="56700"/>
              <a:chOff x="1199232" y="2869225"/>
              <a:chExt cx="3737650" cy="56700"/>
            </a:xfrm>
          </p:grpSpPr>
          <p:cxnSp>
            <p:nvCxnSpPr>
              <p:cNvPr id="771" name="Google Shape;771;p36"/>
              <p:cNvCxnSpPr/>
              <p:nvPr/>
            </p:nvCxnSpPr>
            <p:spPr>
              <a:xfrm>
                <a:off x="1199232"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72" name="Google Shape;772;p36"/>
              <p:cNvSpPr/>
              <p:nvPr/>
            </p:nvSpPr>
            <p:spPr>
              <a:xfrm>
                <a:off x="4880182"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3" name="Google Shape;773;p36"/>
          <p:cNvGrpSpPr/>
          <p:nvPr/>
        </p:nvGrpSpPr>
        <p:grpSpPr>
          <a:xfrm>
            <a:off x="-1696246" y="967904"/>
            <a:ext cx="3599787" cy="1044096"/>
            <a:chOff x="-1431671" y="656504"/>
            <a:chExt cx="3599787" cy="1044096"/>
          </a:xfrm>
        </p:grpSpPr>
        <p:grpSp>
          <p:nvGrpSpPr>
            <p:cNvPr id="774" name="Google Shape;774;p36"/>
            <p:cNvGrpSpPr/>
            <p:nvPr/>
          </p:nvGrpSpPr>
          <p:grpSpPr>
            <a:xfrm>
              <a:off x="-368508" y="1432892"/>
              <a:ext cx="1567047" cy="45661"/>
              <a:chOff x="1754675" y="2661275"/>
              <a:chExt cx="1945675" cy="56700"/>
            </a:xfrm>
          </p:grpSpPr>
          <p:cxnSp>
            <p:nvCxnSpPr>
              <p:cNvPr id="775" name="Google Shape;775;p36"/>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76" name="Google Shape;776;p36"/>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36"/>
            <p:cNvGrpSpPr/>
            <p:nvPr/>
          </p:nvGrpSpPr>
          <p:grpSpPr>
            <a:xfrm>
              <a:off x="-766480" y="1564412"/>
              <a:ext cx="1561280" cy="136187"/>
              <a:chOff x="1754675" y="2824000"/>
              <a:chExt cx="4728285" cy="412439"/>
            </a:xfrm>
          </p:grpSpPr>
          <p:sp>
            <p:nvSpPr>
              <p:cNvPr id="778" name="Google Shape;778;p36"/>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79" name="Google Shape;779;p36"/>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 name="Google Shape;780;p36"/>
            <p:cNvGrpSpPr/>
            <p:nvPr/>
          </p:nvGrpSpPr>
          <p:grpSpPr>
            <a:xfrm>
              <a:off x="-1431671" y="1201087"/>
              <a:ext cx="3070084" cy="102364"/>
              <a:chOff x="1779150" y="2604263"/>
              <a:chExt cx="3811875" cy="127113"/>
            </a:xfrm>
          </p:grpSpPr>
          <p:sp>
            <p:nvSpPr>
              <p:cNvPr id="781" name="Google Shape;781;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82" name="Google Shape;782;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36"/>
            <p:cNvGrpSpPr/>
            <p:nvPr/>
          </p:nvGrpSpPr>
          <p:grpSpPr>
            <a:xfrm>
              <a:off x="-856941" y="773805"/>
              <a:ext cx="2877996" cy="223763"/>
              <a:chOff x="1748550" y="2064750"/>
              <a:chExt cx="3573375" cy="277863"/>
            </a:xfrm>
          </p:grpSpPr>
          <p:sp>
            <p:nvSpPr>
              <p:cNvPr id="784" name="Google Shape;784;p36"/>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785" name="Google Shape;785;p36"/>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36"/>
            <p:cNvGrpSpPr/>
            <p:nvPr/>
          </p:nvGrpSpPr>
          <p:grpSpPr>
            <a:xfrm>
              <a:off x="-856958" y="656504"/>
              <a:ext cx="2430741" cy="185537"/>
              <a:chOff x="1748547" y="1392116"/>
              <a:chExt cx="5911958" cy="451312"/>
            </a:xfrm>
          </p:grpSpPr>
          <p:sp>
            <p:nvSpPr>
              <p:cNvPr id="787" name="Google Shape;787;p36"/>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788" name="Google Shape;788;p36"/>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36"/>
            <p:cNvGrpSpPr/>
            <p:nvPr/>
          </p:nvGrpSpPr>
          <p:grpSpPr>
            <a:xfrm>
              <a:off x="-842187" y="1064790"/>
              <a:ext cx="3010303" cy="45661"/>
              <a:chOff x="1766900" y="2869225"/>
              <a:chExt cx="3737650" cy="56700"/>
            </a:xfrm>
          </p:grpSpPr>
          <p:cxnSp>
            <p:nvCxnSpPr>
              <p:cNvPr id="790" name="Google Shape;790;p36"/>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91" name="Google Shape;791;p36"/>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a:t>
            </a:r>
            <a:endParaRPr dirty="0"/>
          </a:p>
        </p:txBody>
      </p:sp>
      <p:graphicFrame>
        <p:nvGraphicFramePr>
          <p:cNvPr id="800" name="Google Shape;800;p37"/>
          <p:cNvGraphicFramePr/>
          <p:nvPr>
            <p:extLst>
              <p:ext uri="{D42A27DB-BD31-4B8C-83A1-F6EECF244321}">
                <p14:modId xmlns:p14="http://schemas.microsoft.com/office/powerpoint/2010/main" val="2926477886"/>
              </p:ext>
            </p:extLst>
          </p:nvPr>
        </p:nvGraphicFramePr>
        <p:xfrm>
          <a:off x="1541915" y="1553316"/>
          <a:ext cx="6060169" cy="1395425"/>
        </p:xfrm>
        <a:graphic>
          <a:graphicData uri="http://schemas.openxmlformats.org/drawingml/2006/table">
            <a:tbl>
              <a:tblPr>
                <a:noFill/>
                <a:tableStyleId>{92CE58A5-9BC6-4E53-A9DA-EE6B6539BB91}</a:tableStyleId>
              </a:tblPr>
              <a:tblGrid>
                <a:gridCol w="6060169">
                  <a:extLst>
                    <a:ext uri="{9D8B030D-6E8A-4147-A177-3AD203B41FA5}">
                      <a16:colId xmlns:a16="http://schemas.microsoft.com/office/drawing/2014/main" val="20000"/>
                    </a:ext>
                  </a:extLst>
                </a:gridCol>
              </a:tblGrid>
              <a:tr h="347825">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Why Do We Need Data Structures ?</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349200">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What Are The</a:t>
                      </a:r>
                      <a:r>
                        <a:rPr lang="en-US" sz="1000" u="sng" baseline="0" dirty="0">
                          <a:solidFill>
                            <a:schemeClr val="hlink"/>
                          </a:solidFill>
                          <a:latin typeface="Poppins ExtraBold"/>
                          <a:ea typeface="Poppins ExtraBold"/>
                          <a:cs typeface="Poppins ExtraBold"/>
                          <a:sym typeface="Poppins ExtraBold"/>
                        </a:rPr>
                        <a:t> Data Structures ?</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349200">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Types</a:t>
                      </a:r>
                      <a:r>
                        <a:rPr lang="en-US" sz="1000" u="sng" baseline="0" dirty="0">
                          <a:solidFill>
                            <a:schemeClr val="hlink"/>
                          </a:solidFill>
                          <a:latin typeface="Poppins ExtraBold"/>
                          <a:ea typeface="Poppins ExtraBold"/>
                          <a:cs typeface="Poppins ExtraBold"/>
                          <a:sym typeface="Poppins ExtraBold"/>
                        </a:rPr>
                        <a:t> Of Data Structures.</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2"/>
                  </a:ext>
                </a:extLst>
              </a:tr>
              <a:tr h="349200">
                <a:tc>
                  <a:txBody>
                    <a:bodyPr/>
                    <a:lstStyle/>
                    <a:p>
                      <a:pPr marL="0" lvl="0" indent="0" algn="l" rtl="0">
                        <a:spcBef>
                          <a:spcPts val="0"/>
                        </a:spcBef>
                        <a:spcAft>
                          <a:spcPts val="0"/>
                        </a:spcAft>
                        <a:buNone/>
                      </a:pPr>
                      <a:r>
                        <a:rPr lang="en-US" sz="1000" u="sng" dirty="0">
                          <a:solidFill>
                            <a:schemeClr val="dk1"/>
                          </a:solidFill>
                          <a:latin typeface="Poppins ExtraBold"/>
                          <a:ea typeface="Poppins ExtraBold"/>
                          <a:cs typeface="Poppins ExtraBold"/>
                          <a:sym typeface="Poppins ExtraBold"/>
                        </a:rPr>
                        <a:t>Requirements</a:t>
                      </a:r>
                      <a:r>
                        <a:rPr lang="en-US" sz="1000" u="sng" baseline="0" dirty="0">
                          <a:solidFill>
                            <a:schemeClr val="dk1"/>
                          </a:solidFill>
                          <a:latin typeface="Poppins ExtraBold"/>
                          <a:ea typeface="Poppins ExtraBold"/>
                          <a:cs typeface="Poppins ExtraBold"/>
                          <a:sym typeface="Poppins ExtraBold"/>
                        </a:rPr>
                        <a:t> For Course.</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1410790" y="1564950"/>
            <a:ext cx="7646124" cy="1511400"/>
          </a:xfrm>
          <a:prstGeom prst="rect">
            <a:avLst/>
          </a:prstGeom>
        </p:spPr>
        <p:txBody>
          <a:bodyPr spcFirstLastPara="1" wrap="square" lIns="91425" tIns="91425" rIns="91425" bIns="91425" anchor="ctr" anchorCtr="0">
            <a:noAutofit/>
          </a:bodyPr>
          <a:lstStyle/>
          <a:p>
            <a:pPr lvl="0"/>
            <a:r>
              <a:rPr lang="en-US" sz="3200" dirty="0"/>
              <a:t>Why Do We Need Data Structures ?</a:t>
            </a:r>
          </a:p>
        </p:txBody>
      </p:sp>
      <p:sp>
        <p:nvSpPr>
          <p:cNvPr id="915" name="Google Shape;915;p40"/>
          <p:cNvSpPr txBox="1">
            <a:spLocks noGrp="1"/>
          </p:cNvSpPr>
          <p:nvPr>
            <p:ph type="title" idx="2"/>
          </p:nvPr>
        </p:nvSpPr>
        <p:spPr>
          <a:xfrm>
            <a:off x="335972"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Why Do We Need Data Structures ?</a:t>
            </a:r>
            <a:br>
              <a:rPr lang="en-US" dirty="0"/>
            </a:br>
            <a:endParaRPr dirty="0"/>
          </a:p>
        </p:txBody>
      </p:sp>
      <p:sp>
        <p:nvSpPr>
          <p:cNvPr id="941" name="Google Shape;941;p41"/>
          <p:cNvSpPr txBox="1">
            <a:spLocks noGrp="1"/>
          </p:cNvSpPr>
          <p:nvPr>
            <p:ph type="subTitle" idx="2"/>
          </p:nvPr>
        </p:nvSpPr>
        <p:spPr>
          <a:xfrm>
            <a:off x="1036320" y="1667625"/>
            <a:ext cx="7193280" cy="2103600"/>
          </a:xfrm>
          <a:prstGeom prst="rect">
            <a:avLst/>
          </a:prstGeom>
        </p:spPr>
        <p:txBody>
          <a:bodyPr spcFirstLastPara="1" wrap="square" lIns="91425" tIns="91425" rIns="91425" bIns="91425" anchor="t" anchorCtr="0">
            <a:noAutofit/>
          </a:bodyPr>
          <a:lstStyle/>
          <a:p>
            <a:pPr marL="171450" lvl="0" indent="-171450" algn="just">
              <a:lnSpc>
                <a:spcPct val="150000"/>
              </a:lnSpc>
              <a:buFont typeface="Wingdings" panose="05000000000000000000" pitchFamily="2" charset="2"/>
              <a:buChar char="§"/>
            </a:pPr>
            <a:r>
              <a:rPr lang="en-US" b="1" dirty="0"/>
              <a:t>Data structures can offer many benefits to your computer programs, such as improving the efficiency and speed of your algorithms. By selecting the right data structure for your data and operations, you can reduce the time and space complexity of your code, making it run faster and use less memory.</a:t>
            </a:r>
          </a:p>
          <a:p>
            <a:pPr marL="171450" lvl="0" indent="-171450" algn="just">
              <a:lnSpc>
                <a:spcPct val="150000"/>
              </a:lnSpc>
              <a:buFont typeface="Wingdings" panose="05000000000000000000" pitchFamily="2" charset="2"/>
              <a:buChar char="§"/>
            </a:pPr>
            <a:r>
              <a:rPr lang="en-US" b="1" dirty="0"/>
              <a:t>Additionally, data structures can enhance the readability and maintainability of your code by utilizing clear and consistent structures.</a:t>
            </a:r>
            <a:endParaRPr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2085024" y="1564950"/>
            <a:ext cx="6971889" cy="1511400"/>
          </a:xfrm>
          <a:prstGeom prst="rect">
            <a:avLst/>
          </a:prstGeom>
        </p:spPr>
        <p:txBody>
          <a:bodyPr spcFirstLastPara="1" wrap="square" lIns="91425" tIns="91425" rIns="91425" bIns="91425" anchor="ctr" anchorCtr="0">
            <a:noAutofit/>
          </a:bodyPr>
          <a:lstStyle/>
          <a:p>
            <a:pPr lvl="0"/>
            <a:r>
              <a:rPr lang="en-US" sz="3200" dirty="0"/>
              <a:t>What Are The Data Structures ?</a:t>
            </a:r>
          </a:p>
        </p:txBody>
      </p:sp>
      <p:sp>
        <p:nvSpPr>
          <p:cNvPr id="915" name="Google Shape;915;p40"/>
          <p:cNvSpPr txBox="1">
            <a:spLocks noGrp="1"/>
          </p:cNvSpPr>
          <p:nvPr>
            <p:ph type="title" idx="2"/>
          </p:nvPr>
        </p:nvSpPr>
        <p:spPr>
          <a:xfrm>
            <a:off x="1050075"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96590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What Are The Data Structures ?</a:t>
            </a:r>
          </a:p>
        </p:txBody>
      </p:sp>
      <p:sp>
        <p:nvSpPr>
          <p:cNvPr id="941" name="Google Shape;941;p41"/>
          <p:cNvSpPr txBox="1">
            <a:spLocks noGrp="1"/>
          </p:cNvSpPr>
          <p:nvPr>
            <p:ph type="subTitle" idx="2"/>
          </p:nvPr>
        </p:nvSpPr>
        <p:spPr>
          <a:xfrm>
            <a:off x="1036320" y="1667625"/>
            <a:ext cx="7193280" cy="1720009"/>
          </a:xfrm>
          <a:prstGeom prst="rect">
            <a:avLst/>
          </a:prstGeom>
        </p:spPr>
        <p:txBody>
          <a:bodyPr spcFirstLastPara="1" wrap="square" lIns="91425" tIns="91425" rIns="91425" bIns="91425" anchor="t" anchorCtr="0">
            <a:noAutofit/>
          </a:bodyPr>
          <a:lstStyle/>
          <a:p>
            <a:pPr marL="171450" lvl="0" indent="-171450" algn="just">
              <a:lnSpc>
                <a:spcPct val="150000"/>
              </a:lnSpc>
              <a:buFont typeface="Wingdings" panose="05000000000000000000" pitchFamily="2" charset="2"/>
              <a:buChar char="§"/>
            </a:pPr>
            <a:r>
              <a:rPr lang="en-US" b="1" dirty="0">
                <a:solidFill>
                  <a:srgbClr val="FF0000"/>
                </a:solidFill>
              </a:rPr>
              <a:t>Data</a:t>
            </a:r>
            <a:r>
              <a:rPr lang="en-US" b="1" dirty="0"/>
              <a:t> </a:t>
            </a:r>
            <a:r>
              <a:rPr lang="en-US" b="1" dirty="0">
                <a:solidFill>
                  <a:srgbClr val="FF0000"/>
                </a:solidFill>
              </a:rPr>
              <a:t>structures</a:t>
            </a:r>
            <a:r>
              <a:rPr lang="en-US" b="1" dirty="0"/>
              <a:t> are essential components that help organize and store data efficiently in computer memory. They provide a way to manage and manipulate data effectively, enabling faster access, insertion, and deletion operations.</a:t>
            </a:r>
          </a:p>
          <a:p>
            <a:pPr marL="171450" lvl="0" indent="-171450" algn="just">
              <a:lnSpc>
                <a:spcPct val="150000"/>
              </a:lnSpc>
              <a:buFont typeface="Wingdings" panose="05000000000000000000" pitchFamily="2" charset="2"/>
              <a:buChar char="§"/>
            </a:pPr>
            <a:r>
              <a:rPr lang="en-US" b="1" dirty="0"/>
              <a:t>Or a </a:t>
            </a:r>
            <a:r>
              <a:rPr lang="en-US" b="1" dirty="0">
                <a:solidFill>
                  <a:srgbClr val="FF0000"/>
                </a:solidFill>
              </a:rPr>
              <a:t>data structure</a:t>
            </a:r>
            <a:r>
              <a:rPr lang="en-US" b="1" dirty="0"/>
              <a:t> is a way of organizing and storing data in a computer so that it can be accessed and used efficiently. </a:t>
            </a:r>
            <a:endParaRPr b="1" dirty="0"/>
          </a:p>
        </p:txBody>
      </p:sp>
    </p:spTree>
    <p:extLst>
      <p:ext uri="{BB962C8B-B14F-4D97-AF65-F5344CB8AC3E}">
        <p14:creationId xmlns:p14="http://schemas.microsoft.com/office/powerpoint/2010/main" val="902860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2085024" y="1564950"/>
            <a:ext cx="6971889" cy="1511400"/>
          </a:xfrm>
          <a:prstGeom prst="rect">
            <a:avLst/>
          </a:prstGeom>
        </p:spPr>
        <p:txBody>
          <a:bodyPr spcFirstLastPara="1" wrap="square" lIns="91425" tIns="91425" rIns="91425" bIns="91425" anchor="ctr" anchorCtr="0">
            <a:noAutofit/>
          </a:bodyPr>
          <a:lstStyle/>
          <a:p>
            <a:pPr lvl="0"/>
            <a:r>
              <a:rPr lang="en-US" sz="3200" dirty="0"/>
              <a:t>Types Of Data Structures.</a:t>
            </a:r>
          </a:p>
        </p:txBody>
      </p:sp>
      <p:sp>
        <p:nvSpPr>
          <p:cNvPr id="915" name="Google Shape;915;p40"/>
          <p:cNvSpPr txBox="1">
            <a:spLocks noGrp="1"/>
          </p:cNvSpPr>
          <p:nvPr>
            <p:ph type="title" idx="2"/>
          </p:nvPr>
        </p:nvSpPr>
        <p:spPr>
          <a:xfrm>
            <a:off x="1050075"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416931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Types Of Data Structures.</a:t>
            </a:r>
          </a:p>
        </p:txBody>
      </p:sp>
      <p:sp>
        <p:nvSpPr>
          <p:cNvPr id="941" name="Google Shape;941;p41"/>
          <p:cNvSpPr txBox="1">
            <a:spLocks noGrp="1"/>
          </p:cNvSpPr>
          <p:nvPr>
            <p:ph type="subTitle" idx="2"/>
          </p:nvPr>
        </p:nvSpPr>
        <p:spPr>
          <a:xfrm>
            <a:off x="1097280" y="1197361"/>
            <a:ext cx="7193280" cy="2895667"/>
          </a:xfrm>
          <a:prstGeom prst="rect">
            <a:avLst/>
          </a:prstGeom>
        </p:spPr>
        <p:txBody>
          <a:bodyPr spcFirstLastPara="1" wrap="square" lIns="91425" tIns="91425" rIns="91425" bIns="91425" anchor="t" anchorCtr="0">
            <a:noAutofit/>
          </a:bodyPr>
          <a:lstStyle/>
          <a:p>
            <a:pPr marL="171450" indent="-171450" algn="just">
              <a:lnSpc>
                <a:spcPct val="150000"/>
              </a:lnSpc>
              <a:buFont typeface="Wingdings" panose="05000000000000000000" pitchFamily="2" charset="2"/>
              <a:buChar char="§"/>
            </a:pPr>
            <a:r>
              <a:rPr lang="en-US" b="1" dirty="0">
                <a:solidFill>
                  <a:srgbClr val="FF0000"/>
                </a:solidFill>
              </a:rPr>
              <a:t>Linear Data Structures:</a:t>
            </a:r>
          </a:p>
          <a:p>
            <a:pPr marL="628650" lvl="1" indent="-171450" algn="just">
              <a:lnSpc>
                <a:spcPct val="150000"/>
              </a:lnSpc>
              <a:buFont typeface="Wingdings" panose="05000000000000000000" pitchFamily="2" charset="2"/>
              <a:buChar char="Ø"/>
            </a:pPr>
            <a:r>
              <a:rPr lang="en-US" b="1" dirty="0"/>
              <a:t>Array.</a:t>
            </a:r>
          </a:p>
          <a:p>
            <a:pPr marL="628650" lvl="1" indent="-171450" algn="just">
              <a:lnSpc>
                <a:spcPct val="150000"/>
              </a:lnSpc>
              <a:buFont typeface="Wingdings" panose="05000000000000000000" pitchFamily="2" charset="2"/>
              <a:buChar char="Ø"/>
            </a:pPr>
            <a:r>
              <a:rPr lang="en-US" b="1" dirty="0"/>
              <a:t>Linked List.</a:t>
            </a:r>
          </a:p>
          <a:p>
            <a:pPr marL="628650" lvl="1" indent="-171450" algn="just">
              <a:lnSpc>
                <a:spcPct val="150000"/>
              </a:lnSpc>
              <a:buFont typeface="Wingdings" panose="05000000000000000000" pitchFamily="2" charset="2"/>
              <a:buChar char="Ø"/>
            </a:pPr>
            <a:r>
              <a:rPr lang="en-US" b="1" dirty="0"/>
              <a:t>Queue.</a:t>
            </a:r>
          </a:p>
          <a:p>
            <a:pPr marL="628650" lvl="1" indent="-171450" algn="just">
              <a:lnSpc>
                <a:spcPct val="150000"/>
              </a:lnSpc>
              <a:buFont typeface="Wingdings" panose="05000000000000000000" pitchFamily="2" charset="2"/>
              <a:buChar char="Ø"/>
            </a:pPr>
            <a:r>
              <a:rPr lang="en-US" b="1" dirty="0"/>
              <a:t>Stack.</a:t>
            </a:r>
          </a:p>
          <a:p>
            <a:pPr marL="171450" indent="-171450" algn="just">
              <a:lnSpc>
                <a:spcPct val="150000"/>
              </a:lnSpc>
              <a:buFont typeface="Wingdings" panose="05000000000000000000" pitchFamily="2" charset="2"/>
              <a:buChar char="§"/>
            </a:pPr>
            <a:r>
              <a:rPr lang="en-US" dirty="0"/>
              <a:t> </a:t>
            </a:r>
            <a:r>
              <a:rPr lang="en-US" b="1" dirty="0">
                <a:solidFill>
                  <a:srgbClr val="FF0000"/>
                </a:solidFill>
              </a:rPr>
              <a:t>Non-Linear Data Structures:</a:t>
            </a:r>
          </a:p>
          <a:p>
            <a:pPr marL="628650" lvl="1" indent="-171450" algn="just">
              <a:lnSpc>
                <a:spcPct val="150000"/>
              </a:lnSpc>
              <a:buFont typeface="Wingdings" panose="05000000000000000000" pitchFamily="2" charset="2"/>
              <a:buChar char="Ø"/>
            </a:pPr>
            <a:r>
              <a:rPr lang="en-US" b="1" dirty="0"/>
              <a:t>Tree.</a:t>
            </a:r>
          </a:p>
          <a:p>
            <a:pPr marL="628650" lvl="1" indent="-171450" algn="just">
              <a:lnSpc>
                <a:spcPct val="150000"/>
              </a:lnSpc>
              <a:buFont typeface="Wingdings" panose="05000000000000000000" pitchFamily="2" charset="2"/>
              <a:buChar char="Ø"/>
            </a:pPr>
            <a:r>
              <a:rPr lang="en-US" b="1" dirty="0"/>
              <a:t>Graph.</a:t>
            </a:r>
          </a:p>
          <a:p>
            <a:pPr marL="628650" lvl="1" indent="-171450" algn="just">
              <a:lnSpc>
                <a:spcPct val="150000"/>
              </a:lnSpc>
              <a:buFont typeface="Wingdings" panose="05000000000000000000" pitchFamily="2" charset="2"/>
              <a:buChar char="Ø"/>
            </a:pPr>
            <a:r>
              <a:rPr lang="en-US" b="1" dirty="0"/>
              <a:t>Hash Table.</a:t>
            </a:r>
          </a:p>
          <a:p>
            <a:pPr marL="0" lvl="0" indent="0" algn="just">
              <a:lnSpc>
                <a:spcPct val="150000"/>
              </a:lnSpc>
            </a:pPr>
            <a:endParaRPr dirty="0"/>
          </a:p>
        </p:txBody>
      </p:sp>
    </p:spTree>
    <p:extLst>
      <p:ext uri="{BB962C8B-B14F-4D97-AF65-F5344CB8AC3E}">
        <p14:creationId xmlns:p14="http://schemas.microsoft.com/office/powerpoint/2010/main" val="4294703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2085024" y="1564950"/>
            <a:ext cx="6971889" cy="1511400"/>
          </a:xfrm>
          <a:prstGeom prst="rect">
            <a:avLst/>
          </a:prstGeom>
        </p:spPr>
        <p:txBody>
          <a:bodyPr spcFirstLastPara="1" wrap="square" lIns="91425" tIns="91425" rIns="91425" bIns="91425" anchor="ctr" anchorCtr="0">
            <a:noAutofit/>
          </a:bodyPr>
          <a:lstStyle/>
          <a:p>
            <a:pPr lvl="0"/>
            <a:r>
              <a:rPr lang="en-US" sz="3200" dirty="0"/>
              <a:t>Requirements For Course.</a:t>
            </a:r>
          </a:p>
        </p:txBody>
      </p:sp>
      <p:sp>
        <p:nvSpPr>
          <p:cNvPr id="915" name="Google Shape;915;p40"/>
          <p:cNvSpPr txBox="1">
            <a:spLocks noGrp="1"/>
          </p:cNvSpPr>
          <p:nvPr>
            <p:ph type="title" idx="2"/>
          </p:nvPr>
        </p:nvSpPr>
        <p:spPr>
          <a:xfrm>
            <a:off x="1050075"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016502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Requirements For Course.</a:t>
            </a:r>
          </a:p>
        </p:txBody>
      </p:sp>
      <p:sp>
        <p:nvSpPr>
          <p:cNvPr id="941" name="Google Shape;941;p41"/>
          <p:cNvSpPr txBox="1">
            <a:spLocks noGrp="1"/>
          </p:cNvSpPr>
          <p:nvPr>
            <p:ph type="subTitle" idx="2"/>
          </p:nvPr>
        </p:nvSpPr>
        <p:spPr>
          <a:xfrm>
            <a:off x="1036320" y="1667625"/>
            <a:ext cx="7193280" cy="1450044"/>
          </a:xfrm>
          <a:prstGeom prst="rect">
            <a:avLst/>
          </a:prstGeom>
        </p:spPr>
        <p:txBody>
          <a:bodyPr spcFirstLastPara="1" wrap="square" lIns="91425" tIns="91425" rIns="91425" bIns="91425" anchor="t" anchorCtr="0">
            <a:noAutofit/>
          </a:bodyPr>
          <a:lstStyle/>
          <a:p>
            <a:pPr marL="171450" lvl="0" indent="-171450" algn="just">
              <a:lnSpc>
                <a:spcPct val="200000"/>
              </a:lnSpc>
              <a:buFont typeface="Wingdings" panose="05000000000000000000" pitchFamily="2" charset="2"/>
              <a:buChar char="§"/>
            </a:pPr>
            <a:r>
              <a:rPr lang="en-US" b="1" dirty="0"/>
              <a:t>Install JDK.</a:t>
            </a:r>
          </a:p>
          <a:p>
            <a:pPr marL="171450" lvl="0" indent="-171450" algn="just">
              <a:lnSpc>
                <a:spcPct val="200000"/>
              </a:lnSpc>
              <a:buFont typeface="Wingdings" panose="05000000000000000000" pitchFamily="2" charset="2"/>
              <a:buChar char="§"/>
            </a:pPr>
            <a:r>
              <a:rPr lang="en-US" b="1" dirty="0"/>
              <a:t>Install appropriate environment like NetBeans or inteliji .</a:t>
            </a:r>
          </a:p>
          <a:p>
            <a:pPr marL="171450" lvl="0" indent="-171450" algn="just">
              <a:lnSpc>
                <a:spcPct val="200000"/>
              </a:lnSpc>
              <a:buFont typeface="Wingdings" panose="05000000000000000000" pitchFamily="2" charset="2"/>
              <a:buChar char="§"/>
            </a:pPr>
            <a:r>
              <a:rPr lang="en-US" b="1" dirty="0"/>
              <a:t>Practice ,Practice and Practice.</a:t>
            </a:r>
          </a:p>
        </p:txBody>
      </p:sp>
    </p:spTree>
    <p:extLst>
      <p:ext uri="{BB962C8B-B14F-4D97-AF65-F5344CB8AC3E}">
        <p14:creationId xmlns:p14="http://schemas.microsoft.com/office/powerpoint/2010/main" val="565899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47"/>
          <p:cNvSpPr txBox="1">
            <a:spLocks noGrp="1"/>
          </p:cNvSpPr>
          <p:nvPr>
            <p:ph type="title"/>
          </p:nvPr>
        </p:nvSpPr>
        <p:spPr>
          <a:xfrm>
            <a:off x="1768550" y="1636650"/>
            <a:ext cx="5607000" cy="106300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THANKS</a:t>
            </a:r>
            <a:endParaRPr dirty="0"/>
          </a:p>
        </p:txBody>
      </p:sp>
    </p:spTree>
  </p:cSld>
  <p:clrMapOvr>
    <a:masterClrMapping/>
  </p:clrMapOvr>
</p:sld>
</file>

<file path=ppt/theme/theme1.xml><?xml version="1.0" encoding="utf-8"?>
<a:theme xmlns:a="http://schemas.openxmlformats.org/drawingml/2006/main" name="Data Analytics Strategy Toolkit by Slidesgo">
  <a:themeElements>
    <a:clrScheme name="Simple Light">
      <a:dk1>
        <a:srgbClr val="202331"/>
      </a:dk1>
      <a:lt1>
        <a:srgbClr val="F8F4F4"/>
      </a:lt1>
      <a:dk2>
        <a:srgbClr val="1BBBE9"/>
      </a:dk2>
      <a:lt2>
        <a:srgbClr val="2C7EC7"/>
      </a:lt2>
      <a:accent1>
        <a:srgbClr val="0B5394"/>
      </a:accent1>
      <a:accent2>
        <a:srgbClr val="FFFFFF"/>
      </a:accent2>
      <a:accent3>
        <a:srgbClr val="FFFFFF"/>
      </a:accent3>
      <a:accent4>
        <a:srgbClr val="FFFFFF"/>
      </a:accent4>
      <a:accent5>
        <a:srgbClr val="FFFFFF"/>
      </a:accent5>
      <a:accent6>
        <a:srgbClr val="FFFFFF"/>
      </a:accent6>
      <a:hlink>
        <a:srgbClr val="2023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256</Words>
  <Application>Microsoft Office PowerPoint</Application>
  <PresentationFormat>عرض على الشاشة (16:9)</PresentationFormat>
  <Paragraphs>35</Paragraphs>
  <Slides>11</Slides>
  <Notes>11</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11</vt:i4>
      </vt:variant>
    </vt:vector>
  </HeadingPairs>
  <TitlesOfParts>
    <vt:vector size="19" baseType="lpstr">
      <vt:lpstr>Arial</vt:lpstr>
      <vt:lpstr>Poppins ExtraBold</vt:lpstr>
      <vt:lpstr>Poppins</vt:lpstr>
      <vt:lpstr>Barlow</vt:lpstr>
      <vt:lpstr>Wingdings</vt:lpstr>
      <vt:lpstr>Nunito Light</vt:lpstr>
      <vt:lpstr>Poppins Black</vt:lpstr>
      <vt:lpstr>Data Analytics Strategy Toolkit by Slidesgo</vt:lpstr>
      <vt:lpstr>DATA STRUCTURES &amp; ALGORITHMS</vt:lpstr>
      <vt:lpstr>CONTENTS</vt:lpstr>
      <vt:lpstr>Why Do We Need Data Structures ?</vt:lpstr>
      <vt:lpstr>Why Do We Need Data Structures ? </vt:lpstr>
      <vt:lpstr>What Are The Data Structures ?</vt:lpstr>
      <vt:lpstr>What Are The Data Structures ?</vt:lpstr>
      <vt:lpstr>Types Of Data Structures.</vt:lpstr>
      <vt:lpstr>Types Of Data Structures.</vt:lpstr>
      <vt:lpstr>Requirements For Course.</vt:lpstr>
      <vt:lpstr>Requirements For Course.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&amp; ALGORITHMS</dc:title>
  <cp:lastModifiedBy>Suad Aljuaid</cp:lastModifiedBy>
  <cp:revision>9</cp:revision>
  <dcterms:modified xsi:type="dcterms:W3CDTF">2025-10-31T23:07:54Z</dcterms:modified>
</cp:coreProperties>
</file>